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4"/>
  </p:notesMasterIdLst>
  <p:sldIdLst>
    <p:sldId id="259" r:id="rId2"/>
    <p:sldId id="275" r:id="rId3"/>
    <p:sldId id="276" r:id="rId4"/>
    <p:sldId id="284" r:id="rId5"/>
    <p:sldId id="285" r:id="rId6"/>
    <p:sldId id="286" r:id="rId7"/>
    <p:sldId id="277" r:id="rId8"/>
    <p:sldId id="287" r:id="rId9"/>
    <p:sldId id="288" r:id="rId10"/>
    <p:sldId id="289" r:id="rId11"/>
    <p:sldId id="290" r:id="rId12"/>
    <p:sldId id="291" r:id="rId1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D021441-3680-CDE4-ADD0-BB39186E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A1F5A32-5966-D706-5F14-FAD34D781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2F64BB2-EB8F-3387-798B-E30C4D72E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212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CB5BD23-C392-7AF8-E981-D02CB7B7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102FF02-505B-01E1-202D-3461F2D83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D03AE8B-52FA-8C85-B099-907DBEF10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663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9D4DBF8-0374-E2AF-B34B-F0CFAB2E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18912B17-05CC-2F47-F7FD-8FB860581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54C8424-643C-9B2E-E7E3-14939DEBA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7759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8306C83-BD36-42EE-52E1-25AC8816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C2193DC-FEFC-FD42-F745-F54E8D598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20669AE-E9F1-AB56-C6D3-5499401878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8908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958B360-CBAA-5EF1-E2B0-5B3E088F6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8D735EE2-9E2C-A223-75B7-3D7507C20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7E3FC3A-6BE5-381C-08D7-862106691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0019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3A2F3A0-E4E9-8D5D-8B70-C858A096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02464DD-2884-BE60-A058-9AFE791D25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B7B8ADD-53D0-DC05-E6E4-1D84AB2C4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5536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F7E59C0-83AD-C0F9-D9C0-3E026EA9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07A0EA4A-7ADD-B66F-4EBA-E7ADC8B2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97FE47B-205A-1B72-CE7D-F9B7CCB16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3601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63C6BC7-4477-2E5E-DECE-926C467F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21093094-A9C1-0657-8587-366BAE54E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731588B-BC24-B1F6-214F-27A03134B2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0635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8FDE860-C9FE-5091-0050-A82990FD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E61B4F63-182F-7819-0044-270847446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B191762-2394-B066-3362-023226162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8957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D96DA88-ED28-0038-03F7-5255685FD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37861D6C-D044-CFAD-7672-CE11D349D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C6772C8-5DA1-46A3-7AE7-EEBE34E2F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2040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70628D4-5FFE-1EC4-90D8-F5D9094CD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00680DD0-817C-D4F5-63E5-2FC61E3E8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A739EE2A-C8D0-DEEA-50A1-1E038149D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4612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6" name="Picture 2" descr="What is CI/CD?">
            <a:extLst>
              <a:ext uri="{FF2B5EF4-FFF2-40B4-BE49-F238E27FC236}">
                <a16:creationId xmlns:a16="http://schemas.microsoft.com/office/drawing/2014/main" id="{39302FFE-040E-1222-3156-4FB604192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963" y="2678725"/>
            <a:ext cx="8149990" cy="39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B2D6CC0D-3BBC-5975-11CB-FF3523F9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CAE7BFC-72A7-0019-32F8-9F6E9593ED9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64DC7E9-D1E9-39FB-81F1-B32E63BD1E1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C40C04BA-D604-FE60-D81C-7F85D487A2D6}"/>
              </a:ext>
            </a:extLst>
          </p:cNvPr>
          <p:cNvSpPr txBox="1"/>
          <p:nvPr/>
        </p:nvSpPr>
        <p:spPr>
          <a:xfrm>
            <a:off x="1587654" y="877715"/>
            <a:ext cx="16471745" cy="797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What is Scrum?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Scrum is a simple framework for building things (usually software) in small steps, getting feedback fast, and improving as you go.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Instead of planning everything upfront, you: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- Work in short cycles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- Deliver something usable each time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- Learn → adjust → repeat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Think: “build a little, check it, fix it, build more.”</a:t>
            </a:r>
            <a:endParaRPr lang="en-US" sz="4200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849297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AE7BF04-D91C-C315-6AA4-056449C8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6E34125-91C5-1CA4-5CEB-4B92C06AF13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66B82B4-BA34-1F9B-1BB2-AFEF5B98EF1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0CC9C81C-A4BD-85FC-84A7-2E22C556F81E}"/>
              </a:ext>
            </a:extLst>
          </p:cNvPr>
          <p:cNvSpPr txBox="1"/>
          <p:nvPr/>
        </p:nvSpPr>
        <p:spPr>
          <a:xfrm>
            <a:off x="1871382" y="552240"/>
            <a:ext cx="12664382" cy="800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3 Scrum Roles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1. Product Owner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Decides what to build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Owns the product backlog (the to-do list)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Prioritizes what matters most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Voice of the customer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2. Scrum Master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Makes sure Scrum is understood and followed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Removes blockers (“Why can’t you finish this?”)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Coaches the team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Facilitator, not a boss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3512698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AFA80160-A64B-E656-F0CC-86FE56AA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103C6FA4-BC85-5E3D-D724-71105E08D21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AA8DFB73-B0CA-90E1-ECF4-68A76EE95BD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3806292E-6AAA-3E9F-FDBB-2730215EF97D}"/>
              </a:ext>
            </a:extLst>
          </p:cNvPr>
          <p:cNvSpPr txBox="1"/>
          <p:nvPr/>
        </p:nvSpPr>
        <p:spPr>
          <a:xfrm>
            <a:off x="1925170" y="2690323"/>
            <a:ext cx="12664382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3. Development Team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people doing the work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Cross-functional (dev, QA, design, etc.)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Self-organizing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“How we do it is up to us”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6422336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765AC0B0-6F24-A7A0-3B09-9949E3DE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7D08E73-9911-9EA9-0431-F786BABBA1B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66016E5B-34C6-2020-5D23-08E4B0F603B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5354FDAF-289A-7150-AF95-DBEEC9689D80}"/>
              </a:ext>
            </a:extLst>
          </p:cNvPr>
          <p:cNvSpPr txBox="1"/>
          <p:nvPr/>
        </p:nvSpPr>
        <p:spPr>
          <a:xfrm>
            <a:off x="1441076" y="874970"/>
            <a:ext cx="15112250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What is a Scrum Board?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Scrum board is a visual tool that shows: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-What work needs to be done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-What’s in progress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-What’s finished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It helps the team see the flow of work at a glance.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Think of it as a shared task dashboard for the sprint.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8949491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E9CC352-78C0-37CA-1409-8BF06EB4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F245B50-76ED-C4A4-A950-820E4F364DD9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1F6C0A3E-6741-DDB3-DACD-423A0B11F376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6" name="Picture 2" descr="What is a Scrum board? - ServiceNow">
            <a:extLst>
              <a:ext uri="{FF2B5EF4-FFF2-40B4-BE49-F238E27FC236}">
                <a16:creationId xmlns:a16="http://schemas.microsoft.com/office/drawing/2014/main" id="{89A5A2C1-F059-11AD-F448-3CF2E0F8F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034" y="578224"/>
            <a:ext cx="11214847" cy="841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87409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57BAC3C-1024-5BEC-02E6-0FC01E68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E102E73-74D5-C22A-627C-1B7780905576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FACD898B-23A1-BCA6-B30F-B4E5A624D98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5B3FEBE4-3DFB-8422-BE91-239D3F683D33}"/>
              </a:ext>
            </a:extLst>
          </p:cNvPr>
          <p:cNvSpPr txBox="1"/>
          <p:nvPr/>
        </p:nvSpPr>
        <p:spPr>
          <a:xfrm>
            <a:off x="1506972" y="532834"/>
            <a:ext cx="13728545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What Is a User Story?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A user story is a small piece of functionality written from the user’s point of view.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It describes: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Who wants something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What they want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Why they want it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Standard Format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7738353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5F152EB-6BB8-685E-8C97-955F668D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7D61A10-C8FD-F0F9-E1AB-89D3B2125DFF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6504715C-060B-AA19-2197-36B1C19EF2A8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641520A3-43DF-2F50-81E4-AE2562EFF6E5}"/>
              </a:ext>
            </a:extLst>
          </p:cNvPr>
          <p:cNvSpPr txBox="1"/>
          <p:nvPr/>
        </p:nvSpPr>
        <p:spPr>
          <a:xfrm>
            <a:off x="1601101" y="1028699"/>
            <a:ext cx="13728545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As a [user], I want [something], so that [benefit].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 story describes value, not how to build it.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Example User Story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As a user, I want to reset my password, so that I can regain access if I forget it.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This is a story, not a task.</a:t>
            </a:r>
            <a:endParaRPr lang="en-US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220025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AEB4A72E-8770-283E-7C48-1BC6B5ED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5FDDA0BB-95A1-053B-1652-7B94EBE6F569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437A567C-F9FD-E4F4-BFF3-8C90E33597C6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62CBCDBF-ABA0-3149-1D1E-5E6258536CD7}"/>
              </a:ext>
            </a:extLst>
          </p:cNvPr>
          <p:cNvSpPr txBox="1"/>
          <p:nvPr/>
        </p:nvSpPr>
        <p:spPr>
          <a:xfrm>
            <a:off x="1601101" y="1028699"/>
            <a:ext cx="13728545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Breaking a Story Into Tasks</a:t>
            </a:r>
          </a:p>
          <a:p>
            <a:pPr lvl="0"/>
            <a:endParaRPr lang="en-US" sz="4200" b="1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Step 1: Understand “Done”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Before creating tasks, the team agrees on what done means.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For password reset, “done” might mean: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-User can request reset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-Email is sent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-User can set a new password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-Tested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.</a:t>
            </a:r>
            <a:endParaRPr lang="en-US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0492905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5B0A2E3-316C-6E6B-332A-D6CC009D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D1A98D0-25AC-885E-2D47-FB3D1F02C38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B5888F56-5F57-3604-8580-751F775D39C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0DE95C5A-B526-2168-D522-B038ADC47C8B}"/>
              </a:ext>
            </a:extLst>
          </p:cNvPr>
          <p:cNvSpPr txBox="1"/>
          <p:nvPr/>
        </p:nvSpPr>
        <p:spPr>
          <a:xfrm>
            <a:off x="1601102" y="1028699"/>
            <a:ext cx="13365474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Step 2: Identify the Work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Now break the story into tasks.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As a user, I want to reset my password, so that I can regain access if I forget it.</a:t>
            </a:r>
          </a:p>
          <a:p>
            <a:pPr lvl="0"/>
            <a:endParaRPr lang="en-US" sz="4200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7563344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799FB623-445A-1747-2D27-6F69F730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9DAF345F-D601-7BA4-4632-29F0DF2842AF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B46F943-795C-861F-12FD-F5D7F90BDD29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BDBA7D97-8FBA-32A8-3626-2ACA1656284A}"/>
              </a:ext>
            </a:extLst>
          </p:cNvPr>
          <p:cNvSpPr txBox="1"/>
          <p:nvPr/>
        </p:nvSpPr>
        <p:spPr>
          <a:xfrm>
            <a:off x="1601102" y="1028699"/>
            <a:ext cx="13365474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Tasks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-Design password reset screen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-Create “Forgot password” link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-Build reset request API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-Generate secure reset token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-Send reset email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-Build new password form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-Validate password rules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-Update password in database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-Write unit tests</a:t>
            </a:r>
          </a:p>
          <a:p>
            <a:pPr lvl="0"/>
            <a:r>
              <a:rPr lang="en-US" sz="4200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-Test end-to-end flow</a:t>
            </a:r>
          </a:p>
        </p:txBody>
      </p:sp>
    </p:spTree>
    <p:extLst>
      <p:ext uri="{BB962C8B-B14F-4D97-AF65-F5344CB8AC3E}">
        <p14:creationId xmlns:p14="http://schemas.microsoft.com/office/powerpoint/2010/main" val="86751265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41490B6F-A7EF-9884-2159-51A6D46A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6AC6D232-09E8-71A3-C4FF-801246C6BCD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6A44A2D9-FE9E-62C4-A1D8-D60E38F606FA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B7B6F92-ECC8-F8DB-E2C0-2231DED8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49" y="1815356"/>
            <a:ext cx="16536816" cy="505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82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472</Words>
  <Application>Microsoft Office PowerPoint</Application>
  <PresentationFormat>Custom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4</cp:revision>
  <dcterms:modified xsi:type="dcterms:W3CDTF">2026-02-04T17:59:35Z</dcterms:modified>
</cp:coreProperties>
</file>