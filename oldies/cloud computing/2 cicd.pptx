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3" r:id="rId1"/>
  </p:sldMasterIdLst>
  <p:notesMasterIdLst>
    <p:notesMasterId r:id="rId12"/>
  </p:notesMasterIdLst>
  <p:sldIdLst>
    <p:sldId id="256" r:id="rId2"/>
    <p:sldId id="259" r:id="rId3"/>
    <p:sldId id="275" r:id="rId4"/>
    <p:sldId id="276" r:id="rId5"/>
    <p:sldId id="277" r:id="rId6"/>
    <p:sldId id="280" r:id="rId7"/>
    <p:sldId id="279" r:id="rId8"/>
    <p:sldId id="281" r:id="rId9"/>
    <p:sldId id="282" r:id="rId10"/>
    <p:sldId id="283" r:id="rId11"/>
  </p:sldIdLst>
  <p:sldSz cx="18288000" cy="10287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78" autoAdjust="0"/>
    <p:restoredTop sz="94660"/>
  </p:normalViewPr>
  <p:slideViewPr>
    <p:cSldViewPr snapToGrid="0">
      <p:cViewPr varScale="1">
        <p:scale>
          <a:sx n="71" d="100"/>
          <a:sy n="71" d="100"/>
        </p:scale>
        <p:origin x="70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
        <p:cNvGrpSpPr/>
        <p:nvPr/>
      </p:nvGrpSpPr>
      <p:grpSpPr>
        <a:xfrm>
          <a:off x="0" y="0"/>
          <a:ext cx="0" cy="0"/>
          <a:chOff x="0" y="0"/>
          <a:chExt cx="0" cy="0"/>
        </a:xfrm>
      </p:grpSpPr>
      <p:sp>
        <p:nvSpPr>
          <p:cNvPr id="39" name="Google Shape;39;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0" name="Google Shape;40;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0D021441-3680-CDE4-ADD0-BB39186E7E44}"/>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AA1F5A32-5966-D706-5F14-FAD34D781F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32F64BB2-EB8F-3387-798B-E30C4D72E3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12128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CB5BD23-C392-7AF8-E981-D02CB7B762FF}"/>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6102FF02-505B-01E1-202D-3461F2D8346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0D03AE8B-52FA-8C85-B099-907DBEF1059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06631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3A2F3A0-E4E9-8D5D-8B70-C858A096B1BE}"/>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C02464DD-2884-BE60-A058-9AFE791D253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EB7B8ADD-53D0-DC05-E6E4-1D84AB2C46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2553647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D159E066-A194-515F-26FD-61A8FBCC2D1A}"/>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C5B3966-4D6A-F0CC-C656-57A9BC4984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17A0A5AC-D8B7-9A9F-4CD1-9262A39B427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700261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FFED498D-C583-1A98-BDE4-0A925FCB50C7}"/>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086218DC-25CC-E1FB-AF26-F83D5B1CA3D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68877AEC-90BB-ADEE-E981-1FF81E357F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24720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2701F423-96FE-8A41-8E5A-E9FB3AA0B415}"/>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18A5EDC-1B5F-F3E5-6B25-1E77550F2D4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7B974B1B-69D1-015C-2291-09E3FD804B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718156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73E27320-F0F6-87C4-74D6-2ACC3C6E058C}"/>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B9DAECFD-3680-4826-59CF-D08AAE38145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52DAE3D1-AB46-B047-1E59-8062DEA373A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372402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a:extLst>
            <a:ext uri="{FF2B5EF4-FFF2-40B4-BE49-F238E27FC236}">
              <a16:creationId xmlns:a16="http://schemas.microsoft.com/office/drawing/2014/main" id="{C4DAFA9E-17CD-C8FA-5131-8FE03A06E1C1}"/>
            </a:ext>
          </a:extLst>
        </p:cNvPr>
        <p:cNvGrpSpPr/>
        <p:nvPr/>
      </p:nvGrpSpPr>
      <p:grpSpPr>
        <a:xfrm>
          <a:off x="0" y="0"/>
          <a:ext cx="0" cy="0"/>
          <a:chOff x="0" y="0"/>
          <a:chExt cx="0" cy="0"/>
        </a:xfrm>
      </p:grpSpPr>
      <p:sp>
        <p:nvSpPr>
          <p:cNvPr id="72" name="Google Shape;72;p4:notes">
            <a:extLst>
              <a:ext uri="{FF2B5EF4-FFF2-40B4-BE49-F238E27FC236}">
                <a16:creationId xmlns:a16="http://schemas.microsoft.com/office/drawing/2014/main" id="{5B4D9482-6075-EB0F-C7D6-784B8BE6F2A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3" name="Google Shape;73;p4:notes">
            <a:extLst>
              <a:ext uri="{FF2B5EF4-FFF2-40B4-BE49-F238E27FC236}">
                <a16:creationId xmlns:a16="http://schemas.microsoft.com/office/drawing/2014/main" id="{C14AE80E-5CF5-8F16-5D40-97A11A38C8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97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ype="obj">
  <p:cSld name="OBJECT">
    <p:bg>
      <p:bgPr>
        <a:solidFill>
          <a:srgbClr val="C2F970"/>
        </a:solidFill>
        <a:effectLst/>
      </p:bgPr>
    </p:bg>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1815350" y="6970050"/>
            <a:ext cx="15471000" cy="1815300"/>
          </a:xfrm>
          <a:prstGeom prst="rect">
            <a:avLst/>
          </a:prstGeom>
        </p:spPr>
        <p:txBody>
          <a:bodyPr spcFirstLastPara="1" wrap="square" lIns="0" tIns="0" rIns="0" bIns="0" anchor="t" anchorCtr="0">
            <a:noAutofit/>
          </a:bodyPr>
          <a:lstStyle>
            <a:lvl1pPr lvl="0" algn="r">
              <a:spcBef>
                <a:spcPts val="0"/>
              </a:spcBef>
              <a:spcAft>
                <a:spcPts val="0"/>
              </a:spcAft>
              <a:buClr>
                <a:srgbClr val="44344F"/>
              </a:buClr>
              <a:buSzPts val="14400"/>
              <a:buNone/>
              <a:defRPr>
                <a:solidFill>
                  <a:srgbClr val="44344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3" name="Google Shape;23;p4"/>
          <p:cNvCxnSpPr/>
          <p:nvPr/>
        </p:nvCxnSpPr>
        <p:spPr>
          <a:xfrm rot="10800000">
            <a:off x="1009650" y="0"/>
            <a:ext cx="0" cy="10287000"/>
          </a:xfrm>
          <a:prstGeom prst="straightConnector1">
            <a:avLst/>
          </a:prstGeom>
          <a:noFill/>
          <a:ln w="38100" cap="flat" cmpd="sng">
            <a:solidFill>
              <a:srgbClr val="44344F"/>
            </a:solidFill>
            <a:prstDash val="solid"/>
            <a:round/>
            <a:headEnd type="none" w="sm" len="sm"/>
            <a:tailEnd type="none" w="sm" len="sm"/>
          </a:ln>
        </p:spPr>
      </p:cxnSp>
      <p:cxnSp>
        <p:nvCxnSpPr>
          <p:cNvPr id="24" name="Google Shape;24;p4"/>
          <p:cNvCxnSpPr/>
          <p:nvPr/>
        </p:nvCxnSpPr>
        <p:spPr>
          <a:xfrm rot="10800000">
            <a:off x="0" y="9258300"/>
            <a:ext cx="18288000" cy="0"/>
          </a:xfrm>
          <a:prstGeom prst="straightConnector1">
            <a:avLst/>
          </a:prstGeom>
          <a:noFill/>
          <a:ln w="38100" cap="flat" cmpd="sng">
            <a:solidFill>
              <a:srgbClr val="44344F"/>
            </a:solidFill>
            <a:prstDash val="solid"/>
            <a:round/>
            <a:headEnd type="none" w="sm" len="sm"/>
            <a:tailEnd type="none" w="sm" len="sm"/>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allery" type="secHead">
  <p:cSld name="SECTION_HEADER">
    <p:spTree>
      <p:nvGrpSpPr>
        <p:cNvPr id="1" name="Shape 25"/>
        <p:cNvGrpSpPr/>
        <p:nvPr/>
      </p:nvGrpSpPr>
      <p:grpSpPr>
        <a:xfrm>
          <a:off x="0" y="0"/>
          <a:ext cx="0" cy="0"/>
          <a:chOff x="0" y="0"/>
          <a:chExt cx="0" cy="0"/>
        </a:xfrm>
      </p:grpSpPr>
      <p:sp>
        <p:nvSpPr>
          <p:cNvPr id="26" name="Google Shape;26;p5"/>
          <p:cNvSpPr>
            <a:spLocks noGrp="1"/>
          </p:cNvSpPr>
          <p:nvPr>
            <p:ph type="pic" idx="2"/>
          </p:nvPr>
        </p:nvSpPr>
        <p:spPr>
          <a:xfrm>
            <a:off x="1512800" y="3065925"/>
            <a:ext cx="3735000" cy="5595900"/>
          </a:xfrm>
          <a:prstGeom prst="rect">
            <a:avLst/>
          </a:prstGeom>
          <a:noFill/>
          <a:ln w="19050" cap="flat" cmpd="sng">
            <a:solidFill>
              <a:srgbClr val="C2F970"/>
            </a:solidFill>
            <a:prstDash val="solid"/>
            <a:round/>
            <a:headEnd type="none" w="sm" len="sm"/>
            <a:tailEnd type="none" w="sm" len="sm"/>
          </a:ln>
        </p:spPr>
      </p:sp>
      <p:sp>
        <p:nvSpPr>
          <p:cNvPr id="27" name="Google Shape;27;p5"/>
          <p:cNvSpPr>
            <a:spLocks noGrp="1"/>
          </p:cNvSpPr>
          <p:nvPr>
            <p:ph type="pic" idx="3"/>
          </p:nvPr>
        </p:nvSpPr>
        <p:spPr>
          <a:xfrm>
            <a:off x="5602888" y="3076200"/>
            <a:ext cx="3735000" cy="5595900"/>
          </a:xfrm>
          <a:prstGeom prst="rect">
            <a:avLst/>
          </a:prstGeom>
          <a:noFill/>
          <a:ln w="19050" cap="flat" cmpd="sng">
            <a:solidFill>
              <a:srgbClr val="C2F970"/>
            </a:solidFill>
            <a:prstDash val="solid"/>
            <a:round/>
            <a:headEnd type="none" w="sm" len="sm"/>
            <a:tailEnd type="none" w="sm" len="sm"/>
          </a:ln>
        </p:spPr>
      </p:sp>
      <p:sp>
        <p:nvSpPr>
          <p:cNvPr id="28" name="Google Shape;28;p5"/>
          <p:cNvSpPr>
            <a:spLocks noGrp="1"/>
          </p:cNvSpPr>
          <p:nvPr>
            <p:ph type="pic" idx="4"/>
          </p:nvPr>
        </p:nvSpPr>
        <p:spPr>
          <a:xfrm>
            <a:off x="9717500" y="3071063"/>
            <a:ext cx="3735000" cy="5595900"/>
          </a:xfrm>
          <a:prstGeom prst="rect">
            <a:avLst/>
          </a:prstGeom>
          <a:noFill/>
          <a:ln w="19050" cap="flat" cmpd="sng">
            <a:solidFill>
              <a:srgbClr val="C2F970"/>
            </a:solidFill>
            <a:prstDash val="solid"/>
            <a:round/>
            <a:headEnd type="none" w="sm" len="sm"/>
            <a:tailEnd type="none" w="sm" len="sm"/>
          </a:ln>
        </p:spPr>
      </p:sp>
      <p:sp>
        <p:nvSpPr>
          <p:cNvPr id="29" name="Google Shape;29;p5"/>
          <p:cNvSpPr>
            <a:spLocks noGrp="1"/>
          </p:cNvSpPr>
          <p:nvPr>
            <p:ph type="pic" idx="5"/>
          </p:nvPr>
        </p:nvSpPr>
        <p:spPr>
          <a:xfrm>
            <a:off x="13807588" y="3081338"/>
            <a:ext cx="3735000" cy="5595900"/>
          </a:xfrm>
          <a:prstGeom prst="rect">
            <a:avLst/>
          </a:prstGeom>
          <a:noFill/>
          <a:ln w="19050" cap="flat" cmpd="sng">
            <a:solidFill>
              <a:srgbClr val="C2F970"/>
            </a:solidFill>
            <a:prstDash val="solid"/>
            <a:round/>
            <a:headEnd type="none" w="sm" len="sm"/>
            <a:tailEnd type="none" w="sm" len="sm"/>
          </a:ln>
        </p:spPr>
      </p:sp>
      <p:cxnSp>
        <p:nvCxnSpPr>
          <p:cNvPr id="30" name="Google Shape;30;p5"/>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1" name="Google Shape;31;p5"/>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type="twoObj">
  <p:cSld name="TWO_OBJECTS">
    <p:spTree>
      <p:nvGrpSpPr>
        <p:cNvPr id="1" name="Shape 32"/>
        <p:cNvGrpSpPr/>
        <p:nvPr/>
      </p:nvGrpSpPr>
      <p:grpSpPr>
        <a:xfrm>
          <a:off x="0" y="0"/>
          <a:ext cx="0" cy="0"/>
          <a:chOff x="0" y="0"/>
          <a:chExt cx="0" cy="0"/>
        </a:xfrm>
      </p:grpSpPr>
      <p:sp>
        <p:nvSpPr>
          <p:cNvPr id="33" name="Google Shape;33;p6"/>
          <p:cNvSpPr>
            <a:spLocks noGrp="1"/>
          </p:cNvSpPr>
          <p:nvPr>
            <p:ph type="pic" idx="2"/>
          </p:nvPr>
        </p:nvSpPr>
        <p:spPr>
          <a:xfrm>
            <a:off x="1756050" y="1082375"/>
            <a:ext cx="6483000" cy="5017200"/>
          </a:xfrm>
          <a:prstGeom prst="rect">
            <a:avLst/>
          </a:prstGeom>
          <a:noFill/>
          <a:ln w="19050" cap="flat" cmpd="sng">
            <a:solidFill>
              <a:srgbClr val="C2F970"/>
            </a:solidFill>
            <a:prstDash val="solid"/>
            <a:round/>
            <a:headEnd type="none" w="sm" len="sm"/>
            <a:tailEnd type="none" w="sm" len="sm"/>
          </a:ln>
        </p:spPr>
      </p:sp>
      <p:sp>
        <p:nvSpPr>
          <p:cNvPr id="34" name="Google Shape;34;p6"/>
          <p:cNvSpPr>
            <a:spLocks noGrp="1"/>
          </p:cNvSpPr>
          <p:nvPr>
            <p:ph type="pic" idx="3"/>
          </p:nvPr>
        </p:nvSpPr>
        <p:spPr>
          <a:xfrm>
            <a:off x="1756050" y="6297875"/>
            <a:ext cx="3077700" cy="2554500"/>
          </a:xfrm>
          <a:prstGeom prst="rect">
            <a:avLst/>
          </a:prstGeom>
          <a:noFill/>
          <a:ln w="19050" cap="flat" cmpd="sng">
            <a:solidFill>
              <a:srgbClr val="C2F970"/>
            </a:solidFill>
            <a:prstDash val="solid"/>
            <a:round/>
            <a:headEnd type="none" w="sm" len="sm"/>
            <a:tailEnd type="none" w="sm" len="sm"/>
          </a:ln>
        </p:spPr>
      </p:sp>
      <p:sp>
        <p:nvSpPr>
          <p:cNvPr id="35" name="Google Shape;35;p6"/>
          <p:cNvSpPr>
            <a:spLocks noGrp="1"/>
          </p:cNvSpPr>
          <p:nvPr>
            <p:ph type="pic" idx="4"/>
          </p:nvPr>
        </p:nvSpPr>
        <p:spPr>
          <a:xfrm>
            <a:off x="5138888" y="6288525"/>
            <a:ext cx="3077700" cy="2554500"/>
          </a:xfrm>
          <a:prstGeom prst="rect">
            <a:avLst/>
          </a:prstGeom>
          <a:noFill/>
          <a:ln w="19050" cap="flat" cmpd="sng">
            <a:solidFill>
              <a:srgbClr val="C2F970"/>
            </a:solidFill>
            <a:prstDash val="solid"/>
            <a:round/>
            <a:headEnd type="none" w="sm" len="sm"/>
            <a:tailEnd type="none" w="sm" len="sm"/>
          </a:ln>
        </p:spPr>
      </p:sp>
      <p:cxnSp>
        <p:nvCxnSpPr>
          <p:cNvPr id="36" name="Google Shape;36;p6"/>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37" name="Google Shape;37;p6"/>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0" tIns="0" rIns="0" bIns="0" anchor="ctr" anchorCtr="0">
            <a:noAutofit/>
          </a:bodyPr>
          <a:lstStyle>
            <a:lvl1pPr marR="0" lvl="0" algn="ctr" rtl="0">
              <a:lnSpc>
                <a:spcPct val="70000"/>
              </a:lnSpc>
              <a:spcBef>
                <a:spcPts val="0"/>
              </a:spcBef>
              <a:spcAft>
                <a:spcPts val="0"/>
              </a:spcAft>
              <a:buClr>
                <a:srgbClr val="C2F970"/>
              </a:buClr>
              <a:buSzPts val="14400"/>
              <a:buFont typeface="Darker Grotesque"/>
              <a:buNone/>
              <a:defRPr sz="14400" i="0" u="none" strike="noStrike" cap="none">
                <a:solidFill>
                  <a:srgbClr val="C2F970"/>
                </a:solidFill>
                <a:latin typeface="Darker Grotesque"/>
                <a:ea typeface="Darker Grotesque"/>
                <a:cs typeface="Darker Grotesque"/>
                <a:sym typeface="Darker Grotesque"/>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0" tIns="0" rIns="0" bIns="0" anchor="t" anchorCtr="0">
            <a:noAutofit/>
          </a:bodyPr>
          <a:lstStyle>
            <a:lvl1pPr marL="457200" marR="0" lvl="0" indent="-431800" algn="l" rtl="0">
              <a:spcBef>
                <a:spcPts val="640"/>
              </a:spcBef>
              <a:spcAft>
                <a:spcPts val="0"/>
              </a:spcAft>
              <a:buClr>
                <a:schemeClr val="lt1"/>
              </a:buClr>
              <a:buSzPts val="3200"/>
              <a:buFont typeface="Darker Grotesque Light"/>
              <a:buChar char="•"/>
              <a:defRPr sz="3200" i="0" u="none" strike="noStrike" cap="none">
                <a:solidFill>
                  <a:schemeClr val="lt1"/>
                </a:solidFill>
                <a:latin typeface="Darker Grotesque Light"/>
                <a:ea typeface="Darker Grotesque Light"/>
                <a:cs typeface="Darker Grotesque Light"/>
                <a:sym typeface="Darker Grotesque Light"/>
              </a:defRPr>
            </a:lvl1pPr>
            <a:lvl2pPr marL="914400" marR="0" lvl="1" indent="-406400" algn="l" rtl="0">
              <a:spcBef>
                <a:spcPts val="560"/>
              </a:spcBef>
              <a:spcAft>
                <a:spcPts val="0"/>
              </a:spcAft>
              <a:buClr>
                <a:schemeClr val="lt1"/>
              </a:buClr>
              <a:buSzPts val="2800"/>
              <a:buFont typeface="Darker Grotesque Light"/>
              <a:buChar char="–"/>
              <a:defRPr sz="2800" i="0" u="none" strike="noStrike" cap="none">
                <a:solidFill>
                  <a:schemeClr val="lt1"/>
                </a:solidFill>
                <a:latin typeface="Darker Grotesque Light"/>
                <a:ea typeface="Darker Grotesque Light"/>
                <a:cs typeface="Darker Grotesque Light"/>
                <a:sym typeface="Darker Grotesque Light"/>
              </a:defRPr>
            </a:lvl2pPr>
            <a:lvl3pPr marL="1371600" marR="0" lvl="2" indent="-381000" algn="l" rtl="0">
              <a:spcBef>
                <a:spcPts val="480"/>
              </a:spcBef>
              <a:spcAft>
                <a:spcPts val="0"/>
              </a:spcAft>
              <a:buClr>
                <a:schemeClr val="lt1"/>
              </a:buClr>
              <a:buSzPts val="2400"/>
              <a:buFont typeface="Darker Grotesque Light"/>
              <a:buChar char="•"/>
              <a:defRPr sz="2400" i="0" u="none" strike="noStrike" cap="none">
                <a:solidFill>
                  <a:schemeClr val="lt1"/>
                </a:solidFill>
                <a:latin typeface="Darker Grotesque Light"/>
                <a:ea typeface="Darker Grotesque Light"/>
                <a:cs typeface="Darker Grotesque Light"/>
                <a:sym typeface="Darker Grotesque Light"/>
              </a:defRPr>
            </a:lvl3pPr>
            <a:lvl4pPr marL="1828800" marR="0" lvl="3"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4pPr>
            <a:lvl5pPr marL="2286000" marR="0" lvl="4"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5pPr>
            <a:lvl6pPr marL="2743200" marR="0" lvl="5"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6pPr>
            <a:lvl7pPr marL="3200400" marR="0" lvl="6"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7pPr>
            <a:lvl8pPr marL="3657600" marR="0" lvl="7"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8pPr>
            <a:lvl9pPr marL="4114800" marR="0" lvl="8" indent="-355600" algn="l" rtl="0">
              <a:spcBef>
                <a:spcPts val="400"/>
              </a:spcBef>
              <a:spcAft>
                <a:spcPts val="0"/>
              </a:spcAft>
              <a:buClr>
                <a:schemeClr val="lt1"/>
              </a:buClr>
              <a:buSzPts val="2000"/>
              <a:buFont typeface="Darker Grotesque Light"/>
              <a:buChar char="•"/>
              <a:defRPr sz="2000" i="0" u="none" strike="noStrike" cap="none">
                <a:solidFill>
                  <a:schemeClr val="lt1"/>
                </a:solidFill>
                <a:latin typeface="Darker Grotesque Light"/>
                <a:ea typeface="Darker Grotesque Light"/>
                <a:cs typeface="Darker Grotesque Light"/>
                <a:sym typeface="Darker Grotesque Light"/>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41"/>
        <p:cNvGrpSpPr/>
        <p:nvPr/>
      </p:nvGrpSpPr>
      <p:grpSpPr>
        <a:xfrm>
          <a:off x="0" y="0"/>
          <a:ext cx="0" cy="0"/>
          <a:chOff x="0" y="0"/>
          <a:chExt cx="0" cy="0"/>
        </a:xfrm>
      </p:grpSpPr>
      <p:sp>
        <p:nvSpPr>
          <p:cNvPr id="42" name="Google Shape;42;p7"/>
          <p:cNvSpPr txBox="1"/>
          <p:nvPr/>
        </p:nvSpPr>
        <p:spPr>
          <a:xfrm>
            <a:off x="1783744" y="3607130"/>
            <a:ext cx="15475556" cy="1772793"/>
          </a:xfrm>
          <a:prstGeom prst="rect">
            <a:avLst/>
          </a:prstGeom>
          <a:noFill/>
          <a:ln>
            <a:noFill/>
          </a:ln>
        </p:spPr>
        <p:txBody>
          <a:bodyPr spcFirstLastPara="1" wrap="square" lIns="0" tIns="0" rIns="0" bIns="0" anchor="t" anchorCtr="0">
            <a:spAutoFit/>
          </a:bodyPr>
          <a:lstStyle/>
          <a:p>
            <a:pPr marL="0" marR="0" lvl="0" indent="0" algn="l" rtl="0">
              <a:lnSpc>
                <a:spcPct val="80000"/>
              </a:lnSpc>
              <a:spcBef>
                <a:spcPts val="0"/>
              </a:spcBef>
              <a:spcAft>
                <a:spcPts val="0"/>
              </a:spcAft>
              <a:buNone/>
            </a:pPr>
            <a:r>
              <a:rPr lang="en-US" sz="14400" b="0" i="0" u="none" strike="noStrike" cap="none" dirty="0">
                <a:solidFill>
                  <a:srgbClr val="C2F970"/>
                </a:solidFill>
                <a:latin typeface="Darker Grotesque"/>
                <a:ea typeface="Darker Grotesque"/>
                <a:cs typeface="Darker Grotesque"/>
                <a:sym typeface="Darker Grotesque"/>
              </a:rPr>
              <a:t>CI/CD</a:t>
            </a:r>
            <a:endParaRPr dirty="0"/>
          </a:p>
        </p:txBody>
      </p:sp>
      <p:cxnSp>
        <p:nvCxnSpPr>
          <p:cNvPr id="44" name="Google Shape;44;p7"/>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45" name="Google Shape;45;p7"/>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p:cNvGrpSpPr/>
        <p:nvPr/>
      </p:nvGrpSpPr>
      <p:grpSpPr>
        <a:xfrm>
          <a:off x="0" y="0"/>
          <a:ext cx="0" cy="0"/>
          <a:chOff x="0" y="0"/>
          <a:chExt cx="0" cy="0"/>
        </a:xfrm>
      </p:grpSpPr>
      <p:cxnSp>
        <p:nvCxnSpPr>
          <p:cNvPr id="75" name="Google Shape;75;p10"/>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1026" name="Picture 2" descr="What is CI/CD?">
            <a:extLst>
              <a:ext uri="{FF2B5EF4-FFF2-40B4-BE49-F238E27FC236}">
                <a16:creationId xmlns:a16="http://schemas.microsoft.com/office/drawing/2014/main" id="{39302FFE-040E-1222-3156-4FB604192B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9998" y="882235"/>
            <a:ext cx="8149990" cy="3900850"/>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102;p11">
            <a:extLst>
              <a:ext uri="{FF2B5EF4-FFF2-40B4-BE49-F238E27FC236}">
                <a16:creationId xmlns:a16="http://schemas.microsoft.com/office/drawing/2014/main" id="{EE8928E2-742F-C445-9294-4AB0D03230F2}"/>
              </a:ext>
            </a:extLst>
          </p:cNvPr>
          <p:cNvSpPr txBox="1"/>
          <p:nvPr/>
        </p:nvSpPr>
        <p:spPr>
          <a:xfrm>
            <a:off x="2589470" y="5143500"/>
            <a:ext cx="12664382" cy="215379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2799" i="0" u="none" strike="noStrike" cap="none" dirty="0">
                <a:solidFill>
                  <a:srgbClr val="FFFFFF"/>
                </a:solidFill>
                <a:latin typeface="Darker Grotesque Light"/>
                <a:ea typeface="Darker Grotesque Light"/>
                <a:cs typeface="Darker Grotesque Light"/>
                <a:sym typeface="Darker Grotesque Light"/>
              </a:rPr>
              <a:t>CI And CD is the practice of automating the integration of code changes from multiple developers into a single codebase. It is a software development practice where the developers commit their work frequently to the central code repository (</a:t>
            </a:r>
            <a:r>
              <a:rPr lang="en-US" sz="2799" i="0" u="none" strike="noStrike" cap="none" dirty="0" err="1">
                <a:solidFill>
                  <a:srgbClr val="FFFFFF"/>
                </a:solidFill>
                <a:latin typeface="Darker Grotesque Light"/>
                <a:ea typeface="Darker Grotesque Light"/>
                <a:cs typeface="Darker Grotesque Light"/>
                <a:sym typeface="Darker Grotesque Light"/>
              </a:rPr>
              <a:t>Github</a:t>
            </a:r>
            <a:r>
              <a:rPr lang="en-US" sz="2799" i="0" u="none" strike="noStrike" cap="none" dirty="0">
                <a:solidFill>
                  <a:srgbClr val="FFFFFF"/>
                </a:solidFill>
                <a:latin typeface="Darker Grotesque Light"/>
                <a:ea typeface="Darker Grotesque Light"/>
                <a:cs typeface="Darker Grotesque Light"/>
                <a:sym typeface="Darker Grotesque Light"/>
              </a:rPr>
              <a:t> or Stash). Then there are automated tools that build the newly committed code and do a code review, </a:t>
            </a:r>
            <a:r>
              <a:rPr lang="en-US" sz="2799" i="0" u="none" strike="noStrike" cap="none" dirty="0" err="1">
                <a:solidFill>
                  <a:srgbClr val="FFFFFF"/>
                </a:solidFill>
                <a:latin typeface="Darker Grotesque Light"/>
                <a:ea typeface="Darker Grotesque Light"/>
                <a:cs typeface="Darker Grotesque Light"/>
                <a:sym typeface="Darker Grotesque Light"/>
              </a:rPr>
              <a:t>etc</a:t>
            </a:r>
            <a:r>
              <a:rPr lang="en-US" sz="2799" i="0" u="none" strike="noStrike" cap="none" dirty="0">
                <a:solidFill>
                  <a:srgbClr val="FFFFFF"/>
                </a:solidFill>
                <a:latin typeface="Darker Grotesque Light"/>
                <a:ea typeface="Darker Grotesque Light"/>
                <a:cs typeface="Darker Grotesque Light"/>
                <a:sym typeface="Darker Grotesque Light"/>
              </a:rPr>
              <a:t> as required upon integration.</a:t>
            </a:r>
            <a:endParaRPr lang="en-US" dirty="0">
              <a:latin typeface="Darker Grotesque Light"/>
              <a:ea typeface="Darker Grotesque Light"/>
              <a:cs typeface="Darker Grotesque Light"/>
              <a:sym typeface="Darker Grotesque Light"/>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2D6CC0D-3BBC-5975-11CB-FF3523F97E60}"/>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DCAE7BFC-72A7-0019-32F8-9F6E9593ED9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564DC7E9-D1E9-39FB-81F1-B32E63BD1E1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C40C04BA-D604-FE60-D81C-7F85D487A2D6}"/>
              </a:ext>
            </a:extLst>
          </p:cNvPr>
          <p:cNvSpPr txBox="1"/>
          <p:nvPr/>
        </p:nvSpPr>
        <p:spPr>
          <a:xfrm>
            <a:off x="1587655" y="877715"/>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i="0" u="none" strike="noStrike" cap="none" dirty="0">
                <a:solidFill>
                  <a:srgbClr val="FFFFFF"/>
                </a:solidFill>
                <a:latin typeface="Darker Grotesque Medium"/>
                <a:ea typeface="Darker Grotesque Medium"/>
                <a:cs typeface="Darker Grotesque Medium"/>
                <a:sym typeface="Darker Grotesque Medium"/>
              </a:rPr>
              <a:t>Continuous Integration</a:t>
            </a:r>
            <a:endParaRPr dirty="0">
              <a:latin typeface="Darker Grotesque Medium"/>
              <a:ea typeface="Darker Grotesque Medium"/>
              <a:cs typeface="Darker Grotesque Medium"/>
              <a:sym typeface="Darker Grotesque Medium"/>
            </a:endParaRPr>
          </a:p>
        </p:txBody>
      </p:sp>
      <p:pic>
        <p:nvPicPr>
          <p:cNvPr id="5" name="Picture 4">
            <a:extLst>
              <a:ext uri="{FF2B5EF4-FFF2-40B4-BE49-F238E27FC236}">
                <a16:creationId xmlns:a16="http://schemas.microsoft.com/office/drawing/2014/main" id="{A809E3F9-5936-4FD5-1D0C-90B4459F1E83}"/>
              </a:ext>
            </a:extLst>
          </p:cNvPr>
          <p:cNvPicPr>
            <a:picLocks noChangeAspect="1"/>
          </p:cNvPicPr>
          <p:nvPr/>
        </p:nvPicPr>
        <p:blipFill>
          <a:blip r:embed="rId3"/>
          <a:stretch>
            <a:fillRect/>
          </a:stretch>
        </p:blipFill>
        <p:spPr>
          <a:xfrm>
            <a:off x="2562226" y="2161308"/>
            <a:ext cx="14377416" cy="3976253"/>
          </a:xfrm>
          <a:prstGeom prst="rect">
            <a:avLst/>
          </a:prstGeom>
        </p:spPr>
      </p:pic>
    </p:spTree>
    <p:extLst>
      <p:ext uri="{BB962C8B-B14F-4D97-AF65-F5344CB8AC3E}">
        <p14:creationId xmlns:p14="http://schemas.microsoft.com/office/powerpoint/2010/main" val="2284929715"/>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5AE7BF04-D91C-C315-6AA4-056449C8CC0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76E34125-91C5-1CA4-5CEB-4B92C06AF138}"/>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E66B82B4-BA34-1F9B-1BB2-AFEF5B98EF1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98ECA56E-25BF-6D21-90E1-D908266D502D}"/>
              </a:ext>
            </a:extLst>
          </p:cNvPr>
          <p:cNvSpPr txBox="1"/>
          <p:nvPr/>
        </p:nvSpPr>
        <p:spPr>
          <a:xfrm>
            <a:off x="1587655" y="877715"/>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Continuous Delivery </a:t>
            </a:r>
            <a:endParaRPr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0CC9C81C-A4BD-85FC-84A7-2E22C556F81E}"/>
              </a:ext>
            </a:extLst>
          </p:cNvPr>
          <p:cNvSpPr txBox="1"/>
          <p:nvPr/>
        </p:nvSpPr>
        <p:spPr>
          <a:xfrm>
            <a:off x="3013514" y="2381040"/>
            <a:ext cx="12664382" cy="4308872"/>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This goes one step further by automating the deployment process, so the code that passes the tests in CI is automatically ready to be released to production. Continuous Delivery ensures that new features or updates can be released at any time with minimal manual intervention, but the actual release to production might still require human approval.</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343512698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157BAC3C-1024-5BEC-02E6-0FC01E683B3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7E102E73-74D5-C22A-627C-1B7780905576}"/>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FACD898B-23A1-BCA6-B30F-B4E5A624D98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3" name="Google Shape;94;p11">
            <a:extLst>
              <a:ext uri="{FF2B5EF4-FFF2-40B4-BE49-F238E27FC236}">
                <a16:creationId xmlns:a16="http://schemas.microsoft.com/office/drawing/2014/main" id="{5B3FEBE4-3DFB-8422-BE91-239D3F683D33}"/>
              </a:ext>
            </a:extLst>
          </p:cNvPr>
          <p:cNvSpPr txBox="1"/>
          <p:nvPr/>
        </p:nvSpPr>
        <p:spPr>
          <a:xfrm>
            <a:off x="1506973" y="1761815"/>
            <a:ext cx="7334006" cy="646331"/>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200" b="1" i="0" u="none" strike="noStrike" cap="none" dirty="0">
                <a:solidFill>
                  <a:srgbClr val="FFFFFF"/>
                </a:solidFill>
                <a:latin typeface="Darker Grotesque Medium"/>
                <a:ea typeface="Darker Grotesque Medium"/>
                <a:cs typeface="Darker Grotesque Medium"/>
                <a:sym typeface="Darker Grotesque Medium"/>
              </a:rPr>
              <a:t>Continuous Deployment</a:t>
            </a:r>
            <a:endParaRPr lang="en-US" b="1" dirty="0">
              <a:latin typeface="Darker Grotesque Medium"/>
              <a:ea typeface="Darker Grotesque Medium"/>
              <a:cs typeface="Darker Grotesque Medium"/>
              <a:sym typeface="Darker Grotesque Medium"/>
            </a:endParaRPr>
          </a:p>
        </p:txBody>
      </p:sp>
      <p:sp>
        <p:nvSpPr>
          <p:cNvPr id="2" name="Google Shape;102;p11">
            <a:extLst>
              <a:ext uri="{FF2B5EF4-FFF2-40B4-BE49-F238E27FC236}">
                <a16:creationId xmlns:a16="http://schemas.microsoft.com/office/drawing/2014/main" id="{21823988-5016-D4F5-98D9-AFD6EFE5842F}"/>
              </a:ext>
            </a:extLst>
          </p:cNvPr>
          <p:cNvSpPr txBox="1"/>
          <p:nvPr/>
        </p:nvSpPr>
        <p:spPr>
          <a:xfrm>
            <a:off x="3316634" y="3497146"/>
            <a:ext cx="12664382" cy="3077766"/>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This is the most advanced level of automation, where every change that passes the tests is automatically deployed to production, without any human intervention. This requires highly automated testing and monitoring to ensure the software remains stable after each deployment.</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3977383530"/>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6F01F377-F1A3-D9E1-69CE-C59085BC4152}"/>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65BDF0D-F041-F43A-3311-E6F2E87D7239}"/>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B23B2195-17F8-C366-783C-721C5EB313B2}"/>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pic>
        <p:nvPicPr>
          <p:cNvPr id="2050" name="Picture 2" descr="New Developer? You Should Learn Git Today">
            <a:extLst>
              <a:ext uri="{FF2B5EF4-FFF2-40B4-BE49-F238E27FC236}">
                <a16:creationId xmlns:a16="http://schemas.microsoft.com/office/drawing/2014/main" id="{EC82AA3B-79DB-97AD-D7D9-B7CBBC3BD2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5966" y="1250681"/>
            <a:ext cx="9829800" cy="5529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6567907"/>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2C15465E-C1A9-824F-3871-984941D20A78}"/>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D56ABE0-E241-D367-7ACD-66D6BBF5763B}"/>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36A0E52F-C636-3B36-9E59-93B87550FCA1}"/>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B339C6C9-766E-419F-21DD-4E5780FC897A}"/>
              </a:ext>
            </a:extLst>
          </p:cNvPr>
          <p:cNvSpPr txBox="1"/>
          <p:nvPr/>
        </p:nvSpPr>
        <p:spPr>
          <a:xfrm>
            <a:off x="2019299" y="2407935"/>
            <a:ext cx="15259051" cy="246221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i="0" u="none" strike="noStrike" cap="none" dirty="0">
                <a:solidFill>
                  <a:srgbClr val="FFFFFF"/>
                </a:solidFill>
                <a:latin typeface="Darker Grotesque Light"/>
                <a:ea typeface="Darker Grotesque Light"/>
                <a:cs typeface="Darker Grotesque Light"/>
                <a:sym typeface="Darker Grotesque Light"/>
              </a:rPr>
              <a:t>Git is a distributed version control system that allows multiple developers to work on the same project without overwriting each other’s changes. It tracks changes in the source code, making it easier to collaborate, manage different versions of a project, and maintain a history of changes.</a:t>
            </a:r>
            <a:endParaRPr lang="en-US" sz="24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2285794065"/>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4A65C85A-E8DE-7F55-FB1C-B8F06165468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B72BFF6D-C00D-04CA-176C-27CA70C6632F}"/>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9C4F834D-7267-D2DC-D0A2-A05669F12B57}"/>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E4EAB5D8-932C-B64B-7D99-0C80471F09B3}"/>
              </a:ext>
            </a:extLst>
          </p:cNvPr>
          <p:cNvSpPr txBox="1"/>
          <p:nvPr/>
        </p:nvSpPr>
        <p:spPr>
          <a:xfrm>
            <a:off x="1225923" y="720922"/>
            <a:ext cx="15259051"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dirty="0">
                <a:solidFill>
                  <a:srgbClr val="FFFFFF"/>
                </a:solidFill>
                <a:latin typeface="Darker Grotesque Light"/>
                <a:ea typeface="Darker Grotesque Light"/>
                <a:cs typeface="Darker Grotesque Light"/>
                <a:sym typeface="Darker Grotesque Light"/>
              </a:rPr>
              <a:t>Code Locations</a:t>
            </a:r>
            <a:endParaRPr lang="en-US" sz="2400" b="1" dirty="0">
              <a:latin typeface="Darker Grotesque Light"/>
              <a:ea typeface="Darker Grotesque Light"/>
              <a:cs typeface="Darker Grotesque Light"/>
              <a:sym typeface="Darker Grotesque Light"/>
            </a:endParaRPr>
          </a:p>
        </p:txBody>
      </p:sp>
      <p:pic>
        <p:nvPicPr>
          <p:cNvPr id="4098" name="Picture 2" descr="Git Tutorials – Git Commands-Installing Git on Windows | DevOpsUniversity">
            <a:extLst>
              <a:ext uri="{FF2B5EF4-FFF2-40B4-BE49-F238E27FC236}">
                <a16:creationId xmlns:a16="http://schemas.microsoft.com/office/drawing/2014/main" id="{BFCD19EE-B92E-1C90-B316-4776F05D87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96735" y="1595546"/>
            <a:ext cx="10409981" cy="73949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79219240"/>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B1023A14-89F1-D325-0555-1F1746A5AD65}"/>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0467C2D1-53B3-6FAF-4C36-BD5623B10333}"/>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05CB69D-5492-1405-297A-8C127143E09A}"/>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B9A235A7-B7E1-D2AF-C2C2-87DF88150CED}"/>
              </a:ext>
            </a:extLst>
          </p:cNvPr>
          <p:cNvSpPr txBox="1"/>
          <p:nvPr/>
        </p:nvSpPr>
        <p:spPr>
          <a:xfrm>
            <a:off x="1514474" y="1028699"/>
            <a:ext cx="15259051"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dirty="0">
                <a:solidFill>
                  <a:srgbClr val="FFFFFF"/>
                </a:solidFill>
                <a:latin typeface="Darker Grotesque Light"/>
                <a:ea typeface="Darker Grotesque Light"/>
                <a:cs typeface="Darker Grotesque Light"/>
                <a:sym typeface="Darker Grotesque Light"/>
              </a:rPr>
              <a:t>Git Commands</a:t>
            </a:r>
            <a:endParaRPr lang="en-US" sz="2400" b="1"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14DFE60B-41B2-46BC-296C-CF9D701AE014}"/>
              </a:ext>
            </a:extLst>
          </p:cNvPr>
          <p:cNvSpPr txBox="1"/>
          <p:nvPr/>
        </p:nvSpPr>
        <p:spPr>
          <a:xfrm>
            <a:off x="2019300" y="2108948"/>
            <a:ext cx="15259051" cy="443198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clone</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Copies an existing Git repository to your local machine.</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status</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Shows the current status of your working directory (what files have been modified, 	added, or are untracked).</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add</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Stages changes (adds modified files) to be committed.</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commit</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Stages changes (adds modified files) to be committed.</a:t>
            </a:r>
          </a:p>
        </p:txBody>
      </p:sp>
    </p:spTree>
    <p:extLst>
      <p:ext uri="{BB962C8B-B14F-4D97-AF65-F5344CB8AC3E}">
        <p14:creationId xmlns:p14="http://schemas.microsoft.com/office/powerpoint/2010/main" val="387604866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44344F"/>
        </a:solidFill>
        <a:effectLst/>
      </p:bgPr>
    </p:bg>
    <p:spTree>
      <p:nvGrpSpPr>
        <p:cNvPr id="1" name="Shape 74">
          <a:extLst>
            <a:ext uri="{FF2B5EF4-FFF2-40B4-BE49-F238E27FC236}">
              <a16:creationId xmlns:a16="http://schemas.microsoft.com/office/drawing/2014/main" id="{E8146F0C-7B5B-89B6-97B0-9E9B7B010FB9}"/>
            </a:ext>
          </a:extLst>
        </p:cNvPr>
        <p:cNvGrpSpPr/>
        <p:nvPr/>
      </p:nvGrpSpPr>
      <p:grpSpPr>
        <a:xfrm>
          <a:off x="0" y="0"/>
          <a:ext cx="0" cy="0"/>
          <a:chOff x="0" y="0"/>
          <a:chExt cx="0" cy="0"/>
        </a:xfrm>
      </p:grpSpPr>
      <p:cxnSp>
        <p:nvCxnSpPr>
          <p:cNvPr id="75" name="Google Shape;75;p10">
            <a:extLst>
              <a:ext uri="{FF2B5EF4-FFF2-40B4-BE49-F238E27FC236}">
                <a16:creationId xmlns:a16="http://schemas.microsoft.com/office/drawing/2014/main" id="{36DC064B-C5CF-F388-E11E-B095433BF3A9}"/>
              </a:ext>
            </a:extLst>
          </p:cNvPr>
          <p:cNvCxnSpPr/>
          <p:nvPr/>
        </p:nvCxnSpPr>
        <p:spPr>
          <a:xfrm rot="10800000">
            <a:off x="1009650" y="0"/>
            <a:ext cx="0" cy="10287000"/>
          </a:xfrm>
          <a:prstGeom prst="straightConnector1">
            <a:avLst/>
          </a:prstGeom>
          <a:noFill/>
          <a:ln w="38100" cap="flat" cmpd="sng">
            <a:solidFill>
              <a:srgbClr val="C2F970"/>
            </a:solidFill>
            <a:prstDash val="solid"/>
            <a:round/>
            <a:headEnd type="none" w="sm" len="sm"/>
            <a:tailEnd type="none" w="sm" len="sm"/>
          </a:ln>
        </p:spPr>
      </p:cxnSp>
      <p:cxnSp>
        <p:nvCxnSpPr>
          <p:cNvPr id="76" name="Google Shape;76;p10">
            <a:extLst>
              <a:ext uri="{FF2B5EF4-FFF2-40B4-BE49-F238E27FC236}">
                <a16:creationId xmlns:a16="http://schemas.microsoft.com/office/drawing/2014/main" id="{DDCAFDEC-D423-EC12-6FDD-7CCCF22A284C}"/>
              </a:ext>
            </a:extLst>
          </p:cNvPr>
          <p:cNvCxnSpPr/>
          <p:nvPr/>
        </p:nvCxnSpPr>
        <p:spPr>
          <a:xfrm rot="10800000">
            <a:off x="0" y="9258300"/>
            <a:ext cx="18288000" cy="0"/>
          </a:xfrm>
          <a:prstGeom prst="straightConnector1">
            <a:avLst/>
          </a:prstGeom>
          <a:noFill/>
          <a:ln w="38100" cap="flat" cmpd="sng">
            <a:solidFill>
              <a:srgbClr val="C2F970"/>
            </a:solidFill>
            <a:prstDash val="solid"/>
            <a:round/>
            <a:headEnd type="none" w="sm" len="sm"/>
            <a:tailEnd type="none" w="sm" len="sm"/>
          </a:ln>
        </p:spPr>
      </p:cxnSp>
      <p:sp>
        <p:nvSpPr>
          <p:cNvPr id="2" name="Google Shape;102;p11">
            <a:extLst>
              <a:ext uri="{FF2B5EF4-FFF2-40B4-BE49-F238E27FC236}">
                <a16:creationId xmlns:a16="http://schemas.microsoft.com/office/drawing/2014/main" id="{D4C5E9EF-4292-9B17-0968-E196CF920421}"/>
              </a:ext>
            </a:extLst>
          </p:cNvPr>
          <p:cNvSpPr txBox="1"/>
          <p:nvPr/>
        </p:nvSpPr>
        <p:spPr>
          <a:xfrm>
            <a:off x="1514474" y="1028699"/>
            <a:ext cx="15259051"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dirty="0">
                <a:solidFill>
                  <a:srgbClr val="FFFFFF"/>
                </a:solidFill>
                <a:latin typeface="Darker Grotesque Light"/>
                <a:ea typeface="Darker Grotesque Light"/>
                <a:cs typeface="Darker Grotesque Light"/>
                <a:sym typeface="Darker Grotesque Light"/>
              </a:rPr>
              <a:t>Git Commands</a:t>
            </a:r>
            <a:endParaRPr lang="en-US" sz="2400" b="1" dirty="0">
              <a:latin typeface="Darker Grotesque Light"/>
              <a:ea typeface="Darker Grotesque Light"/>
              <a:cs typeface="Darker Grotesque Light"/>
              <a:sym typeface="Darker Grotesque Light"/>
            </a:endParaRPr>
          </a:p>
        </p:txBody>
      </p:sp>
      <p:sp>
        <p:nvSpPr>
          <p:cNvPr id="3" name="Google Shape;102;p11">
            <a:extLst>
              <a:ext uri="{FF2B5EF4-FFF2-40B4-BE49-F238E27FC236}">
                <a16:creationId xmlns:a16="http://schemas.microsoft.com/office/drawing/2014/main" id="{2E2A8D2B-CC44-D7F8-5C21-71F83707E7D0}"/>
              </a:ext>
            </a:extLst>
          </p:cNvPr>
          <p:cNvSpPr txBox="1"/>
          <p:nvPr/>
        </p:nvSpPr>
        <p:spPr>
          <a:xfrm>
            <a:off x="2019300" y="1759324"/>
            <a:ext cx="15259051" cy="492442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push</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Uploads local commits to a remote repository (like GitHub or GitLab).</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pull</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Fetches changes from a remote repository and merges them with your local branch.</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branch</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Lists, creates, or deletes branches.</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checkout</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Switches to a different branch or restores files.</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git merge</a:t>
            </a:r>
          </a:p>
          <a:p>
            <a:pPr marL="0" marR="0" lvl="0" indent="0" algn="l" rtl="0">
              <a:lnSpc>
                <a:spcPct val="100000"/>
              </a:lnSpc>
              <a:spcBef>
                <a:spcPts val="0"/>
              </a:spcBef>
              <a:spcAft>
                <a:spcPts val="0"/>
              </a:spcAft>
              <a:buNone/>
            </a:pPr>
            <a:r>
              <a:rPr lang="en-US" sz="3200" i="0" u="none" strike="noStrike" cap="none" dirty="0">
                <a:solidFill>
                  <a:srgbClr val="FFFFFF"/>
                </a:solidFill>
                <a:latin typeface="Darker Grotesque Light"/>
                <a:ea typeface="Darker Grotesque Light"/>
                <a:cs typeface="Darker Grotesque Light"/>
                <a:sym typeface="Darker Grotesque Light"/>
              </a:rPr>
              <a:t>	Merges changes from one branch into the current branch.</a:t>
            </a:r>
            <a:endParaRPr lang="en-US" sz="3200" dirty="0">
              <a:latin typeface="Darker Grotesque Light"/>
              <a:ea typeface="Darker Grotesque Light"/>
              <a:cs typeface="Darker Grotesque Light"/>
              <a:sym typeface="Darker Grotesque Light"/>
            </a:endParaRPr>
          </a:p>
        </p:txBody>
      </p:sp>
    </p:spTree>
    <p:extLst>
      <p:ext uri="{BB962C8B-B14F-4D97-AF65-F5344CB8AC3E}">
        <p14:creationId xmlns:p14="http://schemas.microsoft.com/office/powerpoint/2010/main" val="1931336646"/>
      </p:ext>
    </p:extLst>
  </p:cSld>
  <p:clrMapOvr>
    <a:masterClrMapping/>
  </p:clrMapOvr>
  <p:transition>
    <p:fade/>
  </p:transition>
</p:sld>
</file>

<file path=ppt/theme/theme1.xml><?xml version="1.0" encoding="utf-8"?>
<a:theme xmlns:a="http://schemas.openxmlformats.org/drawingml/2006/main" name="Bold Minimal E-Commer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372</Words>
  <Application>Microsoft Office PowerPoint</Application>
  <PresentationFormat>Custom</PresentationFormat>
  <Paragraphs>29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Darker Grotesque</vt:lpstr>
      <vt:lpstr>Darker Grotesque Light</vt:lpstr>
      <vt:lpstr>Darker Grotesque Medium</vt:lpstr>
      <vt:lpstr>Bold Minimal E-Commerce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Administrator</dc:creator>
  <cp:lastModifiedBy>Administrator</cp:lastModifiedBy>
  <cp:revision>2</cp:revision>
  <dcterms:modified xsi:type="dcterms:W3CDTF">2026-02-02T07:42:37Z</dcterms:modified>
</cp:coreProperties>
</file>