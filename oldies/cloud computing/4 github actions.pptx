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8"/>
  </p:notesMasterIdLst>
  <p:sldIdLst>
    <p:sldId id="275" r:id="rId2"/>
    <p:sldId id="276" r:id="rId3"/>
    <p:sldId id="284" r:id="rId4"/>
    <p:sldId id="285" r:id="rId5"/>
    <p:sldId id="292" r:id="rId6"/>
    <p:sldId id="293" r:id="rId7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4660"/>
  </p:normalViewPr>
  <p:slideViewPr>
    <p:cSldViewPr snapToGrid="0">
      <p:cViewPr varScale="1">
        <p:scale>
          <a:sx n="71" d="100"/>
          <a:sy n="71" d="100"/>
        </p:scale>
        <p:origin x="70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D021441-3680-CDE4-ADD0-BB39186E7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AA1F5A32-5966-D706-5F14-FAD34D781F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32F64BB2-EB8F-3387-798B-E30C4D72E3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212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7CB5BD23-C392-7AF8-E981-D02CB7B76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6102FF02-505B-01E1-202D-3461F2D834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0D03AE8B-52FA-8C85-B099-907DBEF105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0663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C9D4DBF8-0374-E2AF-B34B-F0CFAB2ED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18912B17-05CC-2F47-F7FD-8FB8605813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454C8424-643C-9B2E-E7E3-14939DEBA9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7759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C8306C83-BD36-42EE-52E1-25AC88167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AC2193DC-FEFC-FD42-F745-F54E8D5982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120669AE-E9F1-AB56-C6D3-5499401878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8908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3B5EA3F2-FB72-1009-9AE0-72CA3EF16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DE6C6BA8-29D8-B305-4E1F-3C5E29A1A7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8E437DE3-7748-1D97-58E2-4DAD34F72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0258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7511DA16-A28B-135F-A65A-523675A07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546F40AA-BFAA-D4CF-1F83-BB54D178BB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24B76094-3E2E-C8BF-5C33-05B77CF0F8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648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 type="obj">
  <p:cSld name="OBJECT">
    <p:bg>
      <p:bgPr>
        <a:solidFill>
          <a:srgbClr val="C2F970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815350" y="6970050"/>
            <a:ext cx="15471000" cy="181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4344F"/>
              </a:buClr>
              <a:buSzPts val="14400"/>
              <a:buNone/>
              <a:defRPr>
                <a:solidFill>
                  <a:srgbClr val="44344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3" name="Google Shape;23;p4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44344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44344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allery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>
            <a:spLocks noGrp="1"/>
          </p:cNvSpPr>
          <p:nvPr>
            <p:ph type="pic" idx="2"/>
          </p:nvPr>
        </p:nvSpPr>
        <p:spPr>
          <a:xfrm>
            <a:off x="1512800" y="3065925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5"/>
          <p:cNvSpPr>
            <a:spLocks noGrp="1"/>
          </p:cNvSpPr>
          <p:nvPr>
            <p:ph type="pic" idx="3"/>
          </p:nvPr>
        </p:nvSpPr>
        <p:spPr>
          <a:xfrm>
            <a:off x="5602888" y="3076200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5"/>
          <p:cNvSpPr>
            <a:spLocks noGrp="1"/>
          </p:cNvSpPr>
          <p:nvPr>
            <p:ph type="pic" idx="4"/>
          </p:nvPr>
        </p:nvSpPr>
        <p:spPr>
          <a:xfrm>
            <a:off x="9717500" y="3071063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5"/>
          <p:cNvSpPr>
            <a:spLocks noGrp="1"/>
          </p:cNvSpPr>
          <p:nvPr>
            <p:ph type="pic" idx="5"/>
          </p:nvPr>
        </p:nvSpPr>
        <p:spPr>
          <a:xfrm>
            <a:off x="13807588" y="3081338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cxnSp>
        <p:nvCxnSpPr>
          <p:cNvPr id="30" name="Google Shape;30;p5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>
            <a:spLocks noGrp="1"/>
          </p:cNvSpPr>
          <p:nvPr>
            <p:ph type="pic" idx="2"/>
          </p:nvPr>
        </p:nvSpPr>
        <p:spPr>
          <a:xfrm>
            <a:off x="1756050" y="1082375"/>
            <a:ext cx="6483000" cy="50172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6"/>
          <p:cNvSpPr>
            <a:spLocks noGrp="1"/>
          </p:cNvSpPr>
          <p:nvPr>
            <p:ph type="pic" idx="3"/>
          </p:nvPr>
        </p:nvSpPr>
        <p:spPr>
          <a:xfrm>
            <a:off x="1756050" y="6297875"/>
            <a:ext cx="3077700" cy="25545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6"/>
          <p:cNvSpPr>
            <a:spLocks noGrp="1"/>
          </p:cNvSpPr>
          <p:nvPr>
            <p:ph type="pic" idx="4"/>
          </p:nvPr>
        </p:nvSpPr>
        <p:spPr>
          <a:xfrm>
            <a:off x="5138888" y="6288525"/>
            <a:ext cx="3077700" cy="25545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cxnSp>
        <p:nvCxnSpPr>
          <p:cNvPr id="36" name="Google Shape;36;p6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6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C2F970"/>
              </a:buClr>
              <a:buSzPts val="14400"/>
              <a:buFont typeface="Darker Grotesque"/>
              <a:buNone/>
              <a:defRPr sz="14400" i="0" u="none" strike="noStrike" cap="none">
                <a:solidFill>
                  <a:srgbClr val="C2F970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Darker Grotesque Light"/>
              <a:buChar char="•"/>
              <a:defRPr sz="32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arker Grotesque Light"/>
              <a:buChar char="–"/>
              <a:defRPr sz="28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 Light"/>
              <a:buChar char="•"/>
              <a:defRPr sz="24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–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»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B2D6CC0D-3BBC-5975-11CB-FF3523F97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DCAE7BFC-72A7-0019-32F8-9F6E9593ED98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564DC7E9-D1E9-39FB-81F1-B32E63BD1E11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C40C04BA-D604-FE60-D81C-7F85D487A2D6}"/>
              </a:ext>
            </a:extLst>
          </p:cNvPr>
          <p:cNvSpPr txBox="1"/>
          <p:nvPr/>
        </p:nvSpPr>
        <p:spPr>
          <a:xfrm>
            <a:off x="1587654" y="877715"/>
            <a:ext cx="391219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GITHUB ACTIONS</a:t>
            </a:r>
            <a:endParaRPr dirty="0"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205DC9-C230-E734-E733-3759CFD1A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0524" y="1830505"/>
            <a:ext cx="10115967" cy="620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92971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5AE7BF04-D91C-C315-6AA4-056449C8C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76E34125-91C5-1CA4-5CEB-4B92C06AF138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E66B82B4-BA34-1F9B-1BB2-AFEF5B98EF1C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0CC9C81C-A4BD-85FC-84A7-2E22C556F81E}"/>
              </a:ext>
            </a:extLst>
          </p:cNvPr>
          <p:cNvSpPr txBox="1"/>
          <p:nvPr/>
        </p:nvSpPr>
        <p:spPr>
          <a:xfrm>
            <a:off x="1871382" y="552240"/>
            <a:ext cx="15406964" cy="738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GitHub Actions is a built-in automation tool that helps you automate workflows directly inside your GitHub repository.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GitHub Actions lets you create workflows that run when specific events happen.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Example events: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push (when you push code)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pull request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schedule (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cron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jobs)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Workflows are defined using YAML files.</a:t>
            </a:r>
          </a:p>
        </p:txBody>
      </p:sp>
    </p:spTree>
    <p:extLst>
      <p:ext uri="{BB962C8B-B14F-4D97-AF65-F5344CB8AC3E}">
        <p14:creationId xmlns:p14="http://schemas.microsoft.com/office/powerpoint/2010/main" val="343512698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AFA80160-A64B-E656-F0CC-86FE56AA0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103C6FA4-BC85-5E3D-D724-71105E08D21D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AA8DFB73-B0CA-90E1-ECF4-68A76EE95BDF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3806292E-6AAA-3E9F-FDBB-2730215EF97D}"/>
              </a:ext>
            </a:extLst>
          </p:cNvPr>
          <p:cNvSpPr txBox="1"/>
          <p:nvPr/>
        </p:nvSpPr>
        <p:spPr>
          <a:xfrm>
            <a:off x="1925170" y="2690323"/>
            <a:ext cx="12664382" cy="430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Create this folder inside your repository: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.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github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/workflows/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Then create a file like: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.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github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/workflows/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ci.yml</a:t>
            </a:r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64223361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765AC0B0-6F24-A7A0-3B09-9949E3DEE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A7D08E73-9911-9EA9-0431-F786BABBA1B3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66016E5B-34C6-2020-5D23-08E4B0F603BC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5354FDAF-289A-7150-AF95-DBEEC9689D80}"/>
              </a:ext>
            </a:extLst>
          </p:cNvPr>
          <p:cNvSpPr txBox="1"/>
          <p:nvPr/>
        </p:nvSpPr>
        <p:spPr>
          <a:xfrm>
            <a:off x="1441076" y="874970"/>
            <a:ext cx="15112250" cy="615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name: Run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Pytest</a:t>
            </a:r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on: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	push: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	branches: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  			- master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pull_request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: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		branches: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 			 - master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289494912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0B60A575-A60D-C227-C919-D17BE6977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6C00634E-5458-36FA-BD0C-F42589C36A47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E3C8ECDB-7DBF-346D-2E9C-D63CB341B823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063F1ADC-F2DD-8D35-641F-A5060C355142}"/>
              </a:ext>
            </a:extLst>
          </p:cNvPr>
          <p:cNvSpPr txBox="1"/>
          <p:nvPr/>
        </p:nvSpPr>
        <p:spPr>
          <a:xfrm>
            <a:off x="1441076" y="874970"/>
            <a:ext cx="15112250" cy="8494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4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jobs:</a:t>
            </a:r>
          </a:p>
          <a:p>
            <a:pPr lvl="0"/>
            <a:r>
              <a:rPr lang="en-US" sz="24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test:</a:t>
            </a:r>
          </a:p>
          <a:p>
            <a:pPr lvl="0"/>
            <a:r>
              <a:rPr lang="en-US" sz="24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	runs-on: ubuntu-latest</a:t>
            </a:r>
          </a:p>
          <a:p>
            <a:pPr lvl="0"/>
            <a:endParaRPr lang="en-US" sz="24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24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	steps:</a:t>
            </a:r>
          </a:p>
          <a:p>
            <a:pPr lvl="0"/>
            <a:r>
              <a:rPr lang="en-US" sz="24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  		- name: Checkout repository</a:t>
            </a:r>
          </a:p>
          <a:p>
            <a:pPr lvl="0"/>
            <a:r>
              <a:rPr lang="en-US" sz="24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    		uses: actions/checkout@v4</a:t>
            </a:r>
          </a:p>
          <a:p>
            <a:pPr lvl="0"/>
            <a:endParaRPr lang="en-US" sz="24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24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  		- name: Set up Python</a:t>
            </a:r>
          </a:p>
          <a:p>
            <a:pPr lvl="0"/>
            <a:r>
              <a:rPr lang="en-US" sz="24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    		uses: actions/setup-python@v5</a:t>
            </a:r>
          </a:p>
          <a:p>
            <a:pPr lvl="0"/>
            <a:r>
              <a:rPr lang="en-US" sz="24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    		with:</a:t>
            </a:r>
          </a:p>
          <a:p>
            <a:pPr lvl="0"/>
            <a:r>
              <a:rPr lang="en-US" sz="24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      			python-version: '3.11'</a:t>
            </a:r>
          </a:p>
          <a:p>
            <a:pPr lvl="0"/>
            <a:endParaRPr lang="en-US" sz="24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24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  		- name: Install dependencies</a:t>
            </a:r>
          </a:p>
          <a:p>
            <a:pPr lvl="0"/>
            <a:r>
              <a:rPr lang="en-US" sz="24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    		run: |</a:t>
            </a:r>
          </a:p>
          <a:p>
            <a:pPr lvl="0"/>
            <a:r>
              <a:rPr lang="en-US" sz="24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      			python -m pip install --upgrade pip</a:t>
            </a:r>
          </a:p>
          <a:p>
            <a:pPr lvl="0"/>
            <a:r>
              <a:rPr lang="en-US" sz="24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      			pip install -r requirements.txt</a:t>
            </a:r>
          </a:p>
          <a:p>
            <a:pPr lvl="0"/>
            <a:r>
              <a:rPr lang="en-US" sz="24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      			pip install </a:t>
            </a:r>
            <a:r>
              <a:rPr lang="en-US" sz="24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httpx</a:t>
            </a:r>
            <a:endParaRPr lang="en-US" sz="24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24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      			pip install </a:t>
            </a:r>
            <a:r>
              <a:rPr lang="en-US" sz="24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pytest</a:t>
            </a:r>
            <a:endParaRPr lang="en-US" sz="24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endParaRPr lang="en-US" sz="24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24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  		- name: Run tests</a:t>
            </a:r>
          </a:p>
          <a:p>
            <a:pPr lvl="0"/>
            <a:r>
              <a:rPr lang="en-US" sz="24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    		run: </a:t>
            </a:r>
          </a:p>
          <a:p>
            <a:pPr lvl="0"/>
            <a:r>
              <a:rPr lang="en-US" sz="24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      			</a:t>
            </a:r>
            <a:r>
              <a:rPr lang="en-US" sz="24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pytest</a:t>
            </a:r>
            <a:endParaRPr lang="en-US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294443357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89C04C8A-B7F3-BD2A-72E8-E27A79F48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0D6B34F9-8275-062C-8BE2-4276B55CD9A3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E7B5A41E-1EA6-C43A-89DD-D8AD415E188F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52544B41-247A-06F2-7466-D210C6636B49}"/>
              </a:ext>
            </a:extLst>
          </p:cNvPr>
          <p:cNvSpPr txBox="1"/>
          <p:nvPr/>
        </p:nvSpPr>
        <p:spPr>
          <a:xfrm>
            <a:off x="1587875" y="1668346"/>
            <a:ext cx="15112250" cy="5539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name → Workflow name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on → When it runs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jobs → Tasks to perform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runs-on → Virtual machine OS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steps → Individual actions</a:t>
            </a:r>
          </a:p>
        </p:txBody>
      </p:sp>
    </p:spTree>
    <p:extLst>
      <p:ext uri="{BB962C8B-B14F-4D97-AF65-F5344CB8AC3E}">
        <p14:creationId xmlns:p14="http://schemas.microsoft.com/office/powerpoint/2010/main" val="83803765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old Minimal E-Commer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281</Words>
  <Application>Microsoft Office PowerPoint</Application>
  <PresentationFormat>Custom</PresentationFormat>
  <Paragraphs>59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Darker Grotesque</vt:lpstr>
      <vt:lpstr>Darker Grotesque Light</vt:lpstr>
      <vt:lpstr>Darker Grotesque Medium</vt:lpstr>
      <vt:lpstr>Bold Minimal E-Commerce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Administrator</dc:creator>
  <cp:lastModifiedBy>Administrator</cp:lastModifiedBy>
  <cp:revision>6</cp:revision>
  <dcterms:modified xsi:type="dcterms:W3CDTF">2026-03-04T17:37:04Z</dcterms:modified>
</cp:coreProperties>
</file>