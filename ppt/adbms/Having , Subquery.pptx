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8"/>
  </p:notesMasterIdLst>
  <p:sldIdLst>
    <p:sldId id="276" r:id="rId2"/>
    <p:sldId id="292" r:id="rId3"/>
    <p:sldId id="288" r:id="rId4"/>
    <p:sldId id="293" r:id="rId5"/>
    <p:sldId id="295" r:id="rId6"/>
    <p:sldId id="296" r:id="rId7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B5BD23-C392-7AF8-E981-D02CB7B7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02FF02-505B-01E1-202D-3461F2D83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D03AE8B-52FA-8C85-B099-907DBEF1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66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02E4BC4-3D54-D94B-C3C5-F011FAA9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8978785-8C19-F58C-0E71-0B931E97D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96C29CF-835B-97D9-DF97-1B1F73022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172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428B108-B6BE-B9ED-6421-BE3C22C1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715CFE-5A63-AB2A-2990-D88A96BB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A893E495-C436-527F-F026-E7F33BC26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21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E17E58AE-6AB5-BB7E-57BC-F320E36D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3872A58-BF58-CB2E-3F16-AF6C28A0F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B5DB7573-5DC0-E4D7-BD99-B067FBB96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1836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F115758-5998-9ED5-160E-D57D69ED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700DEB12-8FA2-4021-A17C-7285BA74F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60F8956-8DB3-FE3A-7E90-85A8966E2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6186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2249897-1EB8-74BD-BC57-2246420F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8B7A185-C741-BD00-3C73-01792F8A4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6FE7D8C-126E-9DBA-0932-C1331AE43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28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AE7BF04-D91C-C315-6AA4-056449C8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E34125-91C5-1CA4-5CEB-4B92C06AF13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66B82B4-BA34-1F9B-1BB2-AFEF5B98EF1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98ECA56E-25BF-6D21-90E1-D908266D502D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HAVING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EED845FC-7B9E-A7D4-6524-1A0197F0205E}"/>
              </a:ext>
            </a:extLst>
          </p:cNvPr>
          <p:cNvSpPr txBox="1"/>
          <p:nvPr/>
        </p:nvSpPr>
        <p:spPr>
          <a:xfrm>
            <a:off x="2281114" y="2661818"/>
            <a:ext cx="1266438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The HAVING clause was added to SQL because the WHERE clause cannot be used with aggregate functions.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Aggregate functions are often used with GROUP BY clauses, and by adding HAVING we can write condition like we do with WHERE clauses.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351269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7F6C15D-F3FE-B6AB-4DD3-9881E71A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97B2CC1-D843-29CD-F252-F856ADBC711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25745D89-9977-AC9B-4FE0-97523EB9EAF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1CA53ED-D95B-D4A8-00AE-FD9ED494AA24}"/>
              </a:ext>
            </a:extLst>
          </p:cNvPr>
          <p:cNvSpPr txBox="1"/>
          <p:nvPr/>
        </p:nvSpPr>
        <p:spPr>
          <a:xfrm>
            <a:off x="2200433" y="1795817"/>
            <a:ext cx="1266438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SELECT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COUNT(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customer_id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),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country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FROM customers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GROUP BY country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HAVING COUNT(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customer_id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 &gt; 5;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699635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DD0CEA1-6F7D-DE23-6D4D-33A4B0CE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F14819C-BFE7-173A-4EFC-5A6762F49CF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40645D2-94CF-64B5-5E93-8DEF7FBD509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91917366-350F-9834-F357-071B2685B25B}"/>
              </a:ext>
            </a:extLst>
          </p:cNvPr>
          <p:cNvSpPr txBox="1"/>
          <p:nvPr/>
        </p:nvSpPr>
        <p:spPr>
          <a:xfrm>
            <a:off x="1290705" y="1002971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Subquery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C0FC3BB7-8D84-E8AF-58C5-6D511CD04822}"/>
              </a:ext>
            </a:extLst>
          </p:cNvPr>
          <p:cNvSpPr txBox="1"/>
          <p:nvPr/>
        </p:nvSpPr>
        <p:spPr>
          <a:xfrm>
            <a:off x="2684526" y="1881068"/>
            <a:ext cx="12664382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subquery in PostgreSQL is a query nested inside another SQL query. It is used to perform complex filtering, comparisons and calculations by using the result of one query within another.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Apply aggregate functions such as SUM(), COUNT(), AVG(), MIN() and MAX().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Update or delete records using data from another table.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Simplify complex SQL queries.</a:t>
            </a: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8154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896E1D9-48C2-D48A-C45E-9CCEF07D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1FBE778-A72F-0F82-A3BC-21D94F481AD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C13D270-3400-EDBF-1629-A7A77A127B4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E738061A-FE3D-C543-087C-32F1B21EF6BA}"/>
              </a:ext>
            </a:extLst>
          </p:cNvPr>
          <p:cNvSpPr txBox="1"/>
          <p:nvPr/>
        </p:nvSpPr>
        <p:spPr>
          <a:xfrm>
            <a:off x="1984161" y="1551385"/>
            <a:ext cx="1529419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PostgreSQL Clauses That Support Subqueries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SELECT: Returns calculated values or additional information using a subquery.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FROM: Treats the subquery as a temporary table (derived table).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WHERE: Filters rows based on the result returned by the subquery.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HAVING: Filters grouped data using the result of a subquery.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INSERT: Inserts data returned by a subquery into another table.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UPDATE: Updates rows using values returned by a subquery.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DELETE: Deletes rows based on the result returned by a subquery.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89238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97A67D4-64C1-0EE3-78D5-9DF6AFCC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DCB4DD6-B1BC-B04B-D718-1779DDA0442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1EB7B007-812A-B9F0-FE6D-6625F441711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196613D1-F85A-1207-E601-075C8EB9A0B9}"/>
              </a:ext>
            </a:extLst>
          </p:cNvPr>
          <p:cNvSpPr txBox="1"/>
          <p:nvPr/>
        </p:nvSpPr>
        <p:spPr>
          <a:xfrm>
            <a:off x="1373841" y="451737"/>
            <a:ext cx="15259044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Types of PostgreSQL Subqueries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Single Row Query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single-row subquery returns only one value. Returns exactly one row.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Used with comparison operators such as =, &gt;, &lt;, &gt;= and &lt;=.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sp>
        <p:nvSpPr>
          <p:cNvPr id="5" name="Google Shape;102;p11">
            <a:extLst>
              <a:ext uri="{FF2B5EF4-FFF2-40B4-BE49-F238E27FC236}">
                <a16:creationId xmlns:a16="http://schemas.microsoft.com/office/drawing/2014/main" id="{F1177456-46EB-A758-F684-2350C79903A9}"/>
              </a:ext>
            </a:extLst>
          </p:cNvPr>
          <p:cNvSpPr txBox="1"/>
          <p:nvPr/>
        </p:nvSpPr>
        <p:spPr>
          <a:xfrm>
            <a:off x="2489080" y="4542864"/>
            <a:ext cx="12664382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SELECT *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FROM Employees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WHERE Salary =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SELECT MAX(Salary)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FROM Employees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946321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30305D17-9F66-9171-446E-0A0136F5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F4AEC75A-B939-0E02-6CC3-B62D7736E9AB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A0048E0-CB1F-2ADC-C351-06064AC4015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A8511ED1-5CBE-9322-9867-3BAC3E48093A}"/>
              </a:ext>
            </a:extLst>
          </p:cNvPr>
          <p:cNvSpPr txBox="1"/>
          <p:nvPr/>
        </p:nvSpPr>
        <p:spPr>
          <a:xfrm>
            <a:off x="1414182" y="680337"/>
            <a:ext cx="15259044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Multi-Row Subquery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multi-row subquery returns multiple rows.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Returns more than one row.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Used with operators such as IN, ANY and ALL.</a:t>
            </a:r>
          </a:p>
        </p:txBody>
      </p:sp>
      <p:sp>
        <p:nvSpPr>
          <p:cNvPr id="5" name="Google Shape;102;p11">
            <a:extLst>
              <a:ext uri="{FF2B5EF4-FFF2-40B4-BE49-F238E27FC236}">
                <a16:creationId xmlns:a16="http://schemas.microsoft.com/office/drawing/2014/main" id="{2CF89EA5-1ABB-C04B-4DF6-29BCD45561F9}"/>
              </a:ext>
            </a:extLst>
          </p:cNvPr>
          <p:cNvSpPr txBox="1"/>
          <p:nvPr/>
        </p:nvSpPr>
        <p:spPr>
          <a:xfrm>
            <a:off x="2502527" y="4193240"/>
            <a:ext cx="12664382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SELECT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EmployeeName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, Department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FROM Employees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WHERE Department 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SELECT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DepartmentName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FROM Departments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WHERE Location = 'New York'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6977120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326</Words>
  <Application>Microsoft Office PowerPoint</Application>
  <PresentationFormat>Custom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5</cp:revision>
  <dcterms:modified xsi:type="dcterms:W3CDTF">2026-10-01T16:35:50Z</dcterms:modified>
</cp:coreProperties>
</file>