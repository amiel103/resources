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13"/>
  </p:notesMasterIdLst>
  <p:sldIdLst>
    <p:sldId id="256" r:id="rId2"/>
    <p:sldId id="284" r:id="rId3"/>
    <p:sldId id="295" r:id="rId4"/>
    <p:sldId id="297" r:id="rId5"/>
    <p:sldId id="294" r:id="rId6"/>
    <p:sldId id="299" r:id="rId7"/>
    <p:sldId id="298" r:id="rId8"/>
    <p:sldId id="296" r:id="rId9"/>
    <p:sldId id="290" r:id="rId10"/>
    <p:sldId id="291" r:id="rId11"/>
    <p:sldId id="271" r:id="rId12"/>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94660"/>
  </p:normalViewPr>
  <p:slideViewPr>
    <p:cSldViewPr snapToGrid="0">
      <p:cViewPr varScale="1">
        <p:scale>
          <a:sx n="71" d="100"/>
          <a:sy n="71" d="100"/>
        </p:scale>
        <p:origin x="70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a:extLst>
            <a:ext uri="{FF2B5EF4-FFF2-40B4-BE49-F238E27FC236}">
              <a16:creationId xmlns:a16="http://schemas.microsoft.com/office/drawing/2014/main" id="{BC971ACD-0217-9F0F-FBDC-88E59D8A2CC5}"/>
            </a:ext>
          </a:extLst>
        </p:cNvPr>
        <p:cNvGrpSpPr/>
        <p:nvPr/>
      </p:nvGrpSpPr>
      <p:grpSpPr>
        <a:xfrm>
          <a:off x="0" y="0"/>
          <a:ext cx="0" cy="0"/>
          <a:chOff x="0" y="0"/>
          <a:chExt cx="0" cy="0"/>
        </a:xfrm>
      </p:grpSpPr>
      <p:sp>
        <p:nvSpPr>
          <p:cNvPr id="39" name="Google Shape;39;p1:notes">
            <a:extLst>
              <a:ext uri="{FF2B5EF4-FFF2-40B4-BE49-F238E27FC236}">
                <a16:creationId xmlns:a16="http://schemas.microsoft.com/office/drawing/2014/main" id="{067A9E9E-852A-48F7-5028-33188F3053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a:extLst>
              <a:ext uri="{FF2B5EF4-FFF2-40B4-BE49-F238E27FC236}">
                <a16:creationId xmlns:a16="http://schemas.microsoft.com/office/drawing/2014/main" id="{6ED40645-ECDA-CED8-F68E-DBDEABDF90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9315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a:extLst>
            <a:ext uri="{FF2B5EF4-FFF2-40B4-BE49-F238E27FC236}">
              <a16:creationId xmlns:a16="http://schemas.microsoft.com/office/drawing/2014/main" id="{7E357560-E7C4-6750-2F99-CAB1A78462CA}"/>
            </a:ext>
          </a:extLst>
        </p:cNvPr>
        <p:cNvGrpSpPr/>
        <p:nvPr/>
      </p:nvGrpSpPr>
      <p:grpSpPr>
        <a:xfrm>
          <a:off x="0" y="0"/>
          <a:ext cx="0" cy="0"/>
          <a:chOff x="0" y="0"/>
          <a:chExt cx="0" cy="0"/>
        </a:xfrm>
      </p:grpSpPr>
      <p:sp>
        <p:nvSpPr>
          <p:cNvPr id="39" name="Google Shape;39;p1:notes">
            <a:extLst>
              <a:ext uri="{FF2B5EF4-FFF2-40B4-BE49-F238E27FC236}">
                <a16:creationId xmlns:a16="http://schemas.microsoft.com/office/drawing/2014/main" id="{5E735899-0593-4338-E2AF-2D81D064D9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a:extLst>
              <a:ext uri="{FF2B5EF4-FFF2-40B4-BE49-F238E27FC236}">
                <a16:creationId xmlns:a16="http://schemas.microsoft.com/office/drawing/2014/main" id="{3466DA99-D49A-C8A9-B93B-2A113C73EF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4930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a:extLst>
            <a:ext uri="{FF2B5EF4-FFF2-40B4-BE49-F238E27FC236}">
              <a16:creationId xmlns:a16="http://schemas.microsoft.com/office/drawing/2014/main" id="{2E03CAA2-3487-350D-A020-E4777147F091}"/>
            </a:ext>
          </a:extLst>
        </p:cNvPr>
        <p:cNvGrpSpPr/>
        <p:nvPr/>
      </p:nvGrpSpPr>
      <p:grpSpPr>
        <a:xfrm>
          <a:off x="0" y="0"/>
          <a:ext cx="0" cy="0"/>
          <a:chOff x="0" y="0"/>
          <a:chExt cx="0" cy="0"/>
        </a:xfrm>
      </p:grpSpPr>
      <p:sp>
        <p:nvSpPr>
          <p:cNvPr id="39" name="Google Shape;39;p1:notes">
            <a:extLst>
              <a:ext uri="{FF2B5EF4-FFF2-40B4-BE49-F238E27FC236}">
                <a16:creationId xmlns:a16="http://schemas.microsoft.com/office/drawing/2014/main" id="{49B5E69D-FF67-6708-1C40-7428B921C2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a:extLst>
              <a:ext uri="{FF2B5EF4-FFF2-40B4-BE49-F238E27FC236}">
                <a16:creationId xmlns:a16="http://schemas.microsoft.com/office/drawing/2014/main" id="{E589395F-BE86-DE28-C1DF-6E1E607BBD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4089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a:extLst>
            <a:ext uri="{FF2B5EF4-FFF2-40B4-BE49-F238E27FC236}">
              <a16:creationId xmlns:a16="http://schemas.microsoft.com/office/drawing/2014/main" id="{8D5A0FC0-4196-467D-A033-4A89711F2A78}"/>
            </a:ext>
          </a:extLst>
        </p:cNvPr>
        <p:cNvGrpSpPr/>
        <p:nvPr/>
      </p:nvGrpSpPr>
      <p:grpSpPr>
        <a:xfrm>
          <a:off x="0" y="0"/>
          <a:ext cx="0" cy="0"/>
          <a:chOff x="0" y="0"/>
          <a:chExt cx="0" cy="0"/>
        </a:xfrm>
      </p:grpSpPr>
      <p:sp>
        <p:nvSpPr>
          <p:cNvPr id="39" name="Google Shape;39;p1:notes">
            <a:extLst>
              <a:ext uri="{FF2B5EF4-FFF2-40B4-BE49-F238E27FC236}">
                <a16:creationId xmlns:a16="http://schemas.microsoft.com/office/drawing/2014/main" id="{12F8AE67-B2A0-70C0-2772-777A9BF8C9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a:extLst>
              <a:ext uri="{FF2B5EF4-FFF2-40B4-BE49-F238E27FC236}">
                <a16:creationId xmlns:a16="http://schemas.microsoft.com/office/drawing/2014/main" id="{0BE3B434-E44C-401E-9D69-5936509598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4865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a:extLst>
            <a:ext uri="{FF2B5EF4-FFF2-40B4-BE49-F238E27FC236}">
              <a16:creationId xmlns:a16="http://schemas.microsoft.com/office/drawing/2014/main" id="{2B3D71B7-BBEE-FD26-C2A6-4954A9839E65}"/>
            </a:ext>
          </a:extLst>
        </p:cNvPr>
        <p:cNvGrpSpPr/>
        <p:nvPr/>
      </p:nvGrpSpPr>
      <p:grpSpPr>
        <a:xfrm>
          <a:off x="0" y="0"/>
          <a:ext cx="0" cy="0"/>
          <a:chOff x="0" y="0"/>
          <a:chExt cx="0" cy="0"/>
        </a:xfrm>
      </p:grpSpPr>
      <p:sp>
        <p:nvSpPr>
          <p:cNvPr id="39" name="Google Shape;39;p1:notes">
            <a:extLst>
              <a:ext uri="{FF2B5EF4-FFF2-40B4-BE49-F238E27FC236}">
                <a16:creationId xmlns:a16="http://schemas.microsoft.com/office/drawing/2014/main" id="{C8F3D5DD-A860-6AAF-A413-C067897D57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a:extLst>
              <a:ext uri="{FF2B5EF4-FFF2-40B4-BE49-F238E27FC236}">
                <a16:creationId xmlns:a16="http://schemas.microsoft.com/office/drawing/2014/main" id="{793E0588-13BE-799C-90BB-F0BF20B678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2363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a:extLst>
            <a:ext uri="{FF2B5EF4-FFF2-40B4-BE49-F238E27FC236}">
              <a16:creationId xmlns:a16="http://schemas.microsoft.com/office/drawing/2014/main" id="{743B06B6-31F1-50DF-8ECE-54A40E0E8C9F}"/>
            </a:ext>
          </a:extLst>
        </p:cNvPr>
        <p:cNvGrpSpPr/>
        <p:nvPr/>
      </p:nvGrpSpPr>
      <p:grpSpPr>
        <a:xfrm>
          <a:off x="0" y="0"/>
          <a:ext cx="0" cy="0"/>
          <a:chOff x="0" y="0"/>
          <a:chExt cx="0" cy="0"/>
        </a:xfrm>
      </p:grpSpPr>
      <p:sp>
        <p:nvSpPr>
          <p:cNvPr id="39" name="Google Shape;39;p1:notes">
            <a:extLst>
              <a:ext uri="{FF2B5EF4-FFF2-40B4-BE49-F238E27FC236}">
                <a16:creationId xmlns:a16="http://schemas.microsoft.com/office/drawing/2014/main" id="{873A14D7-7751-52F8-5677-CA684DD0D0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a:extLst>
              <a:ext uri="{FF2B5EF4-FFF2-40B4-BE49-F238E27FC236}">
                <a16:creationId xmlns:a16="http://schemas.microsoft.com/office/drawing/2014/main" id="{07101AD5-2D6C-9AD2-5961-9098DFC7D9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3820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a:extLst>
            <a:ext uri="{FF2B5EF4-FFF2-40B4-BE49-F238E27FC236}">
              <a16:creationId xmlns:a16="http://schemas.microsoft.com/office/drawing/2014/main" id="{233DC320-9359-5B22-90CD-5FD0575154E7}"/>
            </a:ext>
          </a:extLst>
        </p:cNvPr>
        <p:cNvGrpSpPr/>
        <p:nvPr/>
      </p:nvGrpSpPr>
      <p:grpSpPr>
        <a:xfrm>
          <a:off x="0" y="0"/>
          <a:ext cx="0" cy="0"/>
          <a:chOff x="0" y="0"/>
          <a:chExt cx="0" cy="0"/>
        </a:xfrm>
      </p:grpSpPr>
      <p:sp>
        <p:nvSpPr>
          <p:cNvPr id="39" name="Google Shape;39;p1:notes">
            <a:extLst>
              <a:ext uri="{FF2B5EF4-FFF2-40B4-BE49-F238E27FC236}">
                <a16:creationId xmlns:a16="http://schemas.microsoft.com/office/drawing/2014/main" id="{4029A2D6-7D05-3002-2727-6592F9A4C6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a:extLst>
              <a:ext uri="{FF2B5EF4-FFF2-40B4-BE49-F238E27FC236}">
                <a16:creationId xmlns:a16="http://schemas.microsoft.com/office/drawing/2014/main" id="{EF0ADCD2-48D9-E32D-786A-23739BDF7F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2858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a:extLst>
            <a:ext uri="{FF2B5EF4-FFF2-40B4-BE49-F238E27FC236}">
              <a16:creationId xmlns:a16="http://schemas.microsoft.com/office/drawing/2014/main" id="{E097A9DA-D4CF-0112-1AC1-E611FE60DF55}"/>
            </a:ext>
          </a:extLst>
        </p:cNvPr>
        <p:cNvGrpSpPr/>
        <p:nvPr/>
      </p:nvGrpSpPr>
      <p:grpSpPr>
        <a:xfrm>
          <a:off x="0" y="0"/>
          <a:ext cx="0" cy="0"/>
          <a:chOff x="0" y="0"/>
          <a:chExt cx="0" cy="0"/>
        </a:xfrm>
      </p:grpSpPr>
      <p:sp>
        <p:nvSpPr>
          <p:cNvPr id="39" name="Google Shape;39;p1:notes">
            <a:extLst>
              <a:ext uri="{FF2B5EF4-FFF2-40B4-BE49-F238E27FC236}">
                <a16:creationId xmlns:a16="http://schemas.microsoft.com/office/drawing/2014/main" id="{A7E397A7-801F-B159-233B-67453931B2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a:extLst>
              <a:ext uri="{FF2B5EF4-FFF2-40B4-BE49-F238E27FC236}">
                <a16:creationId xmlns:a16="http://schemas.microsoft.com/office/drawing/2014/main" id="{02DDEC6A-6C9C-B9D3-71DC-AACE3176C2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0423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a:extLst>
            <a:ext uri="{FF2B5EF4-FFF2-40B4-BE49-F238E27FC236}">
              <a16:creationId xmlns:a16="http://schemas.microsoft.com/office/drawing/2014/main" id="{2F78FC41-06D0-09FC-1633-6FEBF9B18D85}"/>
            </a:ext>
          </a:extLst>
        </p:cNvPr>
        <p:cNvGrpSpPr/>
        <p:nvPr/>
      </p:nvGrpSpPr>
      <p:grpSpPr>
        <a:xfrm>
          <a:off x="0" y="0"/>
          <a:ext cx="0" cy="0"/>
          <a:chOff x="0" y="0"/>
          <a:chExt cx="0" cy="0"/>
        </a:xfrm>
      </p:grpSpPr>
      <p:sp>
        <p:nvSpPr>
          <p:cNvPr id="39" name="Google Shape;39;p1:notes">
            <a:extLst>
              <a:ext uri="{FF2B5EF4-FFF2-40B4-BE49-F238E27FC236}">
                <a16:creationId xmlns:a16="http://schemas.microsoft.com/office/drawing/2014/main" id="{CEF644CB-B374-1258-ACDE-268FC871BF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a:extLst>
              <a:ext uri="{FF2B5EF4-FFF2-40B4-BE49-F238E27FC236}">
                <a16:creationId xmlns:a16="http://schemas.microsoft.com/office/drawing/2014/main" id="{9F6DFB8C-F458-AC88-2E6E-257D1395A5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6852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ype="obj">
  <p:cSld name="OBJECT">
    <p:bg>
      <p:bgPr>
        <a:solidFill>
          <a:srgbClr val="C2F970"/>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1815350" y="6970050"/>
            <a:ext cx="15471000" cy="1815300"/>
          </a:xfrm>
          <a:prstGeom prst="rect">
            <a:avLst/>
          </a:prstGeom>
        </p:spPr>
        <p:txBody>
          <a:bodyPr spcFirstLastPara="1" wrap="square" lIns="0" tIns="0" rIns="0" bIns="0" anchor="t" anchorCtr="0">
            <a:noAutofit/>
          </a:bodyPr>
          <a:lstStyle>
            <a:lvl1pPr lvl="0" algn="r">
              <a:spcBef>
                <a:spcPts val="0"/>
              </a:spcBef>
              <a:spcAft>
                <a:spcPts val="0"/>
              </a:spcAft>
              <a:buClr>
                <a:srgbClr val="44344F"/>
              </a:buClr>
              <a:buSzPts val="14400"/>
              <a:buNone/>
              <a:defRPr>
                <a:solidFill>
                  <a:srgbClr val="4434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3" name="Google Shape;23;p4"/>
          <p:cNvCxnSpPr/>
          <p:nvPr/>
        </p:nvCxnSpPr>
        <p:spPr>
          <a:xfrm rot="10800000">
            <a:off x="1009650" y="0"/>
            <a:ext cx="0" cy="10287000"/>
          </a:xfrm>
          <a:prstGeom prst="straightConnector1">
            <a:avLst/>
          </a:prstGeom>
          <a:noFill/>
          <a:ln w="38100" cap="flat" cmpd="sng">
            <a:solidFill>
              <a:srgbClr val="44344F"/>
            </a:solidFill>
            <a:prstDash val="solid"/>
            <a:round/>
            <a:headEnd type="none" w="sm" len="sm"/>
            <a:tailEnd type="none" w="sm" len="sm"/>
          </a:ln>
        </p:spPr>
      </p:cxnSp>
      <p:cxnSp>
        <p:nvCxnSpPr>
          <p:cNvPr id="24" name="Google Shape;24;p4"/>
          <p:cNvCxnSpPr/>
          <p:nvPr/>
        </p:nvCxnSpPr>
        <p:spPr>
          <a:xfrm rot="10800000">
            <a:off x="0" y="9258300"/>
            <a:ext cx="18288000" cy="0"/>
          </a:xfrm>
          <a:prstGeom prst="straightConnector1">
            <a:avLst/>
          </a:prstGeom>
          <a:noFill/>
          <a:ln w="38100" cap="flat" cmpd="sng">
            <a:solidFill>
              <a:srgbClr val="44344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allery" type="secHead">
  <p:cSld name="SECTION_HEADER">
    <p:spTree>
      <p:nvGrpSpPr>
        <p:cNvPr id="1" name="Shape 25"/>
        <p:cNvGrpSpPr/>
        <p:nvPr/>
      </p:nvGrpSpPr>
      <p:grpSpPr>
        <a:xfrm>
          <a:off x="0" y="0"/>
          <a:ext cx="0" cy="0"/>
          <a:chOff x="0" y="0"/>
          <a:chExt cx="0" cy="0"/>
        </a:xfrm>
      </p:grpSpPr>
      <p:sp>
        <p:nvSpPr>
          <p:cNvPr id="26" name="Google Shape;26;p5"/>
          <p:cNvSpPr>
            <a:spLocks noGrp="1"/>
          </p:cNvSpPr>
          <p:nvPr>
            <p:ph type="pic" idx="2"/>
          </p:nvPr>
        </p:nvSpPr>
        <p:spPr>
          <a:xfrm>
            <a:off x="1512800" y="3065925"/>
            <a:ext cx="3735000" cy="5595900"/>
          </a:xfrm>
          <a:prstGeom prst="rect">
            <a:avLst/>
          </a:prstGeom>
          <a:noFill/>
          <a:ln w="19050" cap="flat" cmpd="sng">
            <a:solidFill>
              <a:srgbClr val="C2F970"/>
            </a:solidFill>
            <a:prstDash val="solid"/>
            <a:round/>
            <a:headEnd type="none" w="sm" len="sm"/>
            <a:tailEnd type="none" w="sm" len="sm"/>
          </a:ln>
        </p:spPr>
      </p:sp>
      <p:sp>
        <p:nvSpPr>
          <p:cNvPr id="27" name="Google Shape;27;p5"/>
          <p:cNvSpPr>
            <a:spLocks noGrp="1"/>
          </p:cNvSpPr>
          <p:nvPr>
            <p:ph type="pic" idx="3"/>
          </p:nvPr>
        </p:nvSpPr>
        <p:spPr>
          <a:xfrm>
            <a:off x="5602888" y="3076200"/>
            <a:ext cx="3735000" cy="5595900"/>
          </a:xfrm>
          <a:prstGeom prst="rect">
            <a:avLst/>
          </a:prstGeom>
          <a:noFill/>
          <a:ln w="19050" cap="flat" cmpd="sng">
            <a:solidFill>
              <a:srgbClr val="C2F970"/>
            </a:solidFill>
            <a:prstDash val="solid"/>
            <a:round/>
            <a:headEnd type="none" w="sm" len="sm"/>
            <a:tailEnd type="none" w="sm" len="sm"/>
          </a:ln>
        </p:spPr>
      </p:sp>
      <p:sp>
        <p:nvSpPr>
          <p:cNvPr id="28" name="Google Shape;28;p5"/>
          <p:cNvSpPr>
            <a:spLocks noGrp="1"/>
          </p:cNvSpPr>
          <p:nvPr>
            <p:ph type="pic" idx="4"/>
          </p:nvPr>
        </p:nvSpPr>
        <p:spPr>
          <a:xfrm>
            <a:off x="9717500" y="3071063"/>
            <a:ext cx="3735000" cy="5595900"/>
          </a:xfrm>
          <a:prstGeom prst="rect">
            <a:avLst/>
          </a:prstGeom>
          <a:noFill/>
          <a:ln w="19050" cap="flat" cmpd="sng">
            <a:solidFill>
              <a:srgbClr val="C2F970"/>
            </a:solidFill>
            <a:prstDash val="solid"/>
            <a:round/>
            <a:headEnd type="none" w="sm" len="sm"/>
            <a:tailEnd type="none" w="sm" len="sm"/>
          </a:ln>
        </p:spPr>
      </p:sp>
      <p:sp>
        <p:nvSpPr>
          <p:cNvPr id="29" name="Google Shape;29;p5"/>
          <p:cNvSpPr>
            <a:spLocks noGrp="1"/>
          </p:cNvSpPr>
          <p:nvPr>
            <p:ph type="pic" idx="5"/>
          </p:nvPr>
        </p:nvSpPr>
        <p:spPr>
          <a:xfrm>
            <a:off x="13807588" y="3081338"/>
            <a:ext cx="3735000" cy="5595900"/>
          </a:xfrm>
          <a:prstGeom prst="rect">
            <a:avLst/>
          </a:prstGeom>
          <a:noFill/>
          <a:ln w="19050" cap="flat" cmpd="sng">
            <a:solidFill>
              <a:srgbClr val="C2F970"/>
            </a:solidFill>
            <a:prstDash val="solid"/>
            <a:round/>
            <a:headEnd type="none" w="sm" len="sm"/>
            <a:tailEnd type="none" w="sm" len="sm"/>
          </a:ln>
        </p:spPr>
      </p:sp>
      <p:cxnSp>
        <p:nvCxnSpPr>
          <p:cNvPr id="30" name="Google Shape;30;p5"/>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1" name="Google Shape;31;p5"/>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type="twoObj">
  <p:cSld name="TWO_OBJECTS">
    <p:spTree>
      <p:nvGrpSpPr>
        <p:cNvPr id="1" name="Shape 32"/>
        <p:cNvGrpSpPr/>
        <p:nvPr/>
      </p:nvGrpSpPr>
      <p:grpSpPr>
        <a:xfrm>
          <a:off x="0" y="0"/>
          <a:ext cx="0" cy="0"/>
          <a:chOff x="0" y="0"/>
          <a:chExt cx="0" cy="0"/>
        </a:xfrm>
      </p:grpSpPr>
      <p:sp>
        <p:nvSpPr>
          <p:cNvPr id="33" name="Google Shape;33;p6"/>
          <p:cNvSpPr>
            <a:spLocks noGrp="1"/>
          </p:cNvSpPr>
          <p:nvPr>
            <p:ph type="pic" idx="2"/>
          </p:nvPr>
        </p:nvSpPr>
        <p:spPr>
          <a:xfrm>
            <a:off x="1756050" y="1082375"/>
            <a:ext cx="6483000" cy="5017200"/>
          </a:xfrm>
          <a:prstGeom prst="rect">
            <a:avLst/>
          </a:prstGeom>
          <a:noFill/>
          <a:ln w="19050" cap="flat" cmpd="sng">
            <a:solidFill>
              <a:srgbClr val="C2F970"/>
            </a:solidFill>
            <a:prstDash val="solid"/>
            <a:round/>
            <a:headEnd type="none" w="sm" len="sm"/>
            <a:tailEnd type="none" w="sm" len="sm"/>
          </a:ln>
        </p:spPr>
      </p:sp>
      <p:sp>
        <p:nvSpPr>
          <p:cNvPr id="34" name="Google Shape;34;p6"/>
          <p:cNvSpPr>
            <a:spLocks noGrp="1"/>
          </p:cNvSpPr>
          <p:nvPr>
            <p:ph type="pic" idx="3"/>
          </p:nvPr>
        </p:nvSpPr>
        <p:spPr>
          <a:xfrm>
            <a:off x="1756050" y="6297875"/>
            <a:ext cx="3077700" cy="2554500"/>
          </a:xfrm>
          <a:prstGeom prst="rect">
            <a:avLst/>
          </a:prstGeom>
          <a:noFill/>
          <a:ln w="19050" cap="flat" cmpd="sng">
            <a:solidFill>
              <a:srgbClr val="C2F970"/>
            </a:solidFill>
            <a:prstDash val="solid"/>
            <a:round/>
            <a:headEnd type="none" w="sm" len="sm"/>
            <a:tailEnd type="none" w="sm" len="sm"/>
          </a:ln>
        </p:spPr>
      </p:sp>
      <p:sp>
        <p:nvSpPr>
          <p:cNvPr id="35" name="Google Shape;35;p6"/>
          <p:cNvSpPr>
            <a:spLocks noGrp="1"/>
          </p:cNvSpPr>
          <p:nvPr>
            <p:ph type="pic" idx="4"/>
          </p:nvPr>
        </p:nvSpPr>
        <p:spPr>
          <a:xfrm>
            <a:off x="5138888" y="6288525"/>
            <a:ext cx="3077700" cy="2554500"/>
          </a:xfrm>
          <a:prstGeom prst="rect">
            <a:avLst/>
          </a:prstGeom>
          <a:noFill/>
          <a:ln w="19050" cap="flat" cmpd="sng">
            <a:solidFill>
              <a:srgbClr val="C2F970"/>
            </a:solidFill>
            <a:prstDash val="solid"/>
            <a:round/>
            <a:headEnd type="none" w="sm" len="sm"/>
            <a:tailEnd type="none" w="sm" len="sm"/>
          </a:ln>
        </p:spPr>
      </p:sp>
      <p:cxnSp>
        <p:nvCxnSpPr>
          <p:cNvPr id="36" name="Google Shape;36;p6"/>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7" name="Google Shape;37;p6"/>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0" tIns="0" rIns="0" bIns="0" anchor="ctr" anchorCtr="0">
            <a:noAutofit/>
          </a:bodyPr>
          <a:lstStyle>
            <a:lvl1pPr marR="0" lvl="0" algn="ctr" rtl="0">
              <a:lnSpc>
                <a:spcPct val="70000"/>
              </a:lnSpc>
              <a:spcBef>
                <a:spcPts val="0"/>
              </a:spcBef>
              <a:spcAft>
                <a:spcPts val="0"/>
              </a:spcAft>
              <a:buClr>
                <a:srgbClr val="C2F970"/>
              </a:buClr>
              <a:buSzPts val="14400"/>
              <a:buFont typeface="Darker Grotesque"/>
              <a:buNone/>
              <a:defRPr sz="14400" i="0" u="none" strike="noStrike" cap="none">
                <a:solidFill>
                  <a:srgbClr val="C2F970"/>
                </a:solidFill>
                <a:latin typeface="Darker Grotesque"/>
                <a:ea typeface="Darker Grotesque"/>
                <a:cs typeface="Darker Grotesque"/>
                <a:sym typeface="Darker Grotesq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marR="0" lvl="0" indent="-431800" algn="l" rtl="0">
              <a:spcBef>
                <a:spcPts val="640"/>
              </a:spcBef>
              <a:spcAft>
                <a:spcPts val="0"/>
              </a:spcAft>
              <a:buClr>
                <a:schemeClr val="lt1"/>
              </a:buClr>
              <a:buSzPts val="3200"/>
              <a:buFont typeface="Darker Grotesque Light"/>
              <a:buChar char="•"/>
              <a:defRPr sz="3200" i="0" u="none" strike="noStrike" cap="none">
                <a:solidFill>
                  <a:schemeClr val="lt1"/>
                </a:solidFill>
                <a:latin typeface="Darker Grotesque Light"/>
                <a:ea typeface="Darker Grotesque Light"/>
                <a:cs typeface="Darker Grotesque Light"/>
                <a:sym typeface="Darker Grotesque Light"/>
              </a:defRPr>
            </a:lvl1pPr>
            <a:lvl2pPr marL="914400" marR="0" lvl="1" indent="-406400" algn="l" rtl="0">
              <a:spcBef>
                <a:spcPts val="560"/>
              </a:spcBef>
              <a:spcAft>
                <a:spcPts val="0"/>
              </a:spcAft>
              <a:buClr>
                <a:schemeClr val="lt1"/>
              </a:buClr>
              <a:buSzPts val="2800"/>
              <a:buFont typeface="Darker Grotesque Light"/>
              <a:buChar char="–"/>
              <a:defRPr sz="2800" i="0" u="none" strike="noStrike" cap="none">
                <a:solidFill>
                  <a:schemeClr val="lt1"/>
                </a:solidFill>
                <a:latin typeface="Darker Grotesque Light"/>
                <a:ea typeface="Darker Grotesque Light"/>
                <a:cs typeface="Darker Grotesque Light"/>
                <a:sym typeface="Darker Grotesque Light"/>
              </a:defRPr>
            </a:lvl2pPr>
            <a:lvl3pPr marL="1371600" marR="0" lvl="2" indent="-381000" algn="l" rtl="0">
              <a:spcBef>
                <a:spcPts val="480"/>
              </a:spcBef>
              <a:spcAft>
                <a:spcPts val="0"/>
              </a:spcAft>
              <a:buClr>
                <a:schemeClr val="lt1"/>
              </a:buClr>
              <a:buSzPts val="2400"/>
              <a:buFont typeface="Darker Grotesque Light"/>
              <a:buChar char="•"/>
              <a:defRPr sz="2400" i="0" u="none" strike="noStrike" cap="none">
                <a:solidFill>
                  <a:schemeClr val="lt1"/>
                </a:solidFill>
                <a:latin typeface="Darker Grotesque Light"/>
                <a:ea typeface="Darker Grotesque Light"/>
                <a:cs typeface="Darker Grotesque Light"/>
                <a:sym typeface="Darker Grotesque Light"/>
              </a:defRPr>
            </a:lvl3pPr>
            <a:lvl4pPr marL="1828800" marR="0" lvl="3"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4pPr>
            <a:lvl5pPr marL="2286000" marR="0" lvl="4"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5pPr>
            <a:lvl6pPr marL="2743200" marR="0" lvl="5"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6pPr>
            <a:lvl7pPr marL="3200400" marR="0" lvl="6"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7pPr>
            <a:lvl8pPr marL="3657600" marR="0" lvl="7"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8pPr>
            <a:lvl9pPr marL="4114800" marR="0" lvl="8"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p:cNvGrpSpPr/>
        <p:nvPr/>
      </p:nvGrpSpPr>
      <p:grpSpPr>
        <a:xfrm>
          <a:off x="0" y="0"/>
          <a:ext cx="0" cy="0"/>
          <a:chOff x="0" y="0"/>
          <a:chExt cx="0" cy="0"/>
        </a:xfrm>
      </p:grpSpPr>
      <p:sp>
        <p:nvSpPr>
          <p:cNvPr id="42" name="Google Shape;42;p7"/>
          <p:cNvSpPr txBox="1"/>
          <p:nvPr/>
        </p:nvSpPr>
        <p:spPr>
          <a:xfrm>
            <a:off x="1627983" y="3421134"/>
            <a:ext cx="15475556" cy="1772793"/>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4400" b="0" i="0" u="none" strike="noStrike" cap="none" dirty="0">
                <a:solidFill>
                  <a:srgbClr val="C2F970"/>
                </a:solidFill>
                <a:latin typeface="Darker Grotesque"/>
                <a:ea typeface="Darker Grotesque"/>
                <a:cs typeface="Darker Grotesque"/>
                <a:sym typeface="Darker Grotesque"/>
              </a:rPr>
              <a:t>Virtualization</a:t>
            </a:r>
          </a:p>
        </p:txBody>
      </p:sp>
      <p:cxnSp>
        <p:nvCxnSpPr>
          <p:cNvPr id="44" name="Google Shape;44;p7"/>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a:extLst>
            <a:ext uri="{FF2B5EF4-FFF2-40B4-BE49-F238E27FC236}">
              <a16:creationId xmlns:a16="http://schemas.microsoft.com/office/drawing/2014/main" id="{398B5876-8EC7-A184-F7E6-3B3DB4476BD5}"/>
            </a:ext>
          </a:extLst>
        </p:cNvPr>
        <p:cNvGrpSpPr/>
        <p:nvPr/>
      </p:nvGrpSpPr>
      <p:grpSpPr>
        <a:xfrm>
          <a:off x="0" y="0"/>
          <a:ext cx="0" cy="0"/>
          <a:chOff x="0" y="0"/>
          <a:chExt cx="0" cy="0"/>
        </a:xfrm>
      </p:grpSpPr>
      <p:cxnSp>
        <p:nvCxnSpPr>
          <p:cNvPr id="44" name="Google Shape;44;p7">
            <a:extLst>
              <a:ext uri="{FF2B5EF4-FFF2-40B4-BE49-F238E27FC236}">
                <a16:creationId xmlns:a16="http://schemas.microsoft.com/office/drawing/2014/main" id="{AC9E3C63-0FF2-E51C-22D4-08511EDBDE70}"/>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a:extLst>
              <a:ext uri="{FF2B5EF4-FFF2-40B4-BE49-F238E27FC236}">
                <a16:creationId xmlns:a16="http://schemas.microsoft.com/office/drawing/2014/main" id="{F5A5D8DE-704B-2914-75C5-0754E35E17A9}"/>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857EF9EF-AC1D-E13B-9A28-2F011DE6C477}"/>
              </a:ext>
            </a:extLst>
          </p:cNvPr>
          <p:cNvSpPr txBox="1"/>
          <p:nvPr/>
        </p:nvSpPr>
        <p:spPr>
          <a:xfrm>
            <a:off x="13581530" y="8861647"/>
            <a:ext cx="4827489"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i="0" u="none" strike="noStrike" cap="none" dirty="0">
                <a:solidFill>
                  <a:srgbClr val="FFFFFF"/>
                </a:solidFill>
                <a:latin typeface="Darker Grotesque Light"/>
                <a:ea typeface="Darker Grotesque Light"/>
                <a:cs typeface="Darker Grotesque Light"/>
                <a:sym typeface="Darker Grotesque Light"/>
              </a:rPr>
              <a:t>https://www.ibm.com/think/topics/virtualization</a:t>
            </a:r>
            <a:endParaRPr lang="en-US" sz="1100" dirty="0">
              <a:latin typeface="Darker Grotesque Light"/>
              <a:ea typeface="Darker Grotesque Light"/>
              <a:cs typeface="Darker Grotesque Light"/>
              <a:sym typeface="Darker Grotesque Light"/>
            </a:endParaRPr>
          </a:p>
        </p:txBody>
      </p:sp>
      <p:sp>
        <p:nvSpPr>
          <p:cNvPr id="3" name="Google Shape;102;p11">
            <a:extLst>
              <a:ext uri="{FF2B5EF4-FFF2-40B4-BE49-F238E27FC236}">
                <a16:creationId xmlns:a16="http://schemas.microsoft.com/office/drawing/2014/main" id="{56FD344F-3FFD-3244-81F1-17A17DADA194}"/>
              </a:ext>
            </a:extLst>
          </p:cNvPr>
          <p:cNvSpPr txBox="1"/>
          <p:nvPr/>
        </p:nvSpPr>
        <p:spPr>
          <a:xfrm>
            <a:off x="1736043" y="1852910"/>
            <a:ext cx="7058330"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What is a Virtualization?</a:t>
            </a:r>
            <a:endParaRPr lang="en-US" sz="2400" dirty="0">
              <a:latin typeface="Darker Grotesque Light"/>
              <a:ea typeface="Darker Grotesque Light"/>
              <a:cs typeface="Darker Grotesque Light"/>
              <a:sym typeface="Darker Grotesque Light"/>
            </a:endParaRPr>
          </a:p>
        </p:txBody>
      </p:sp>
      <p:sp>
        <p:nvSpPr>
          <p:cNvPr id="4" name="Google Shape;102;p11">
            <a:extLst>
              <a:ext uri="{FF2B5EF4-FFF2-40B4-BE49-F238E27FC236}">
                <a16:creationId xmlns:a16="http://schemas.microsoft.com/office/drawing/2014/main" id="{F88E2871-D129-1A4D-DAC5-997D305CAC69}"/>
              </a:ext>
            </a:extLst>
          </p:cNvPr>
          <p:cNvSpPr txBox="1"/>
          <p:nvPr/>
        </p:nvSpPr>
        <p:spPr>
          <a:xfrm>
            <a:off x="2739280" y="3401168"/>
            <a:ext cx="13819090" cy="246221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Virtualization is a technology that enables the creation of virtual environments from a single physical machine, allowing for more efficient use of resources by distributing them across computing environments.</a:t>
            </a:r>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1219448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a:extLst>
            <a:ext uri="{FF2B5EF4-FFF2-40B4-BE49-F238E27FC236}">
              <a16:creationId xmlns:a16="http://schemas.microsoft.com/office/drawing/2014/main" id="{7FE3F7B7-0A7D-3A9A-6FE6-233B537F9413}"/>
            </a:ext>
          </a:extLst>
        </p:cNvPr>
        <p:cNvGrpSpPr/>
        <p:nvPr/>
      </p:nvGrpSpPr>
      <p:grpSpPr>
        <a:xfrm>
          <a:off x="0" y="0"/>
          <a:ext cx="0" cy="0"/>
          <a:chOff x="0" y="0"/>
          <a:chExt cx="0" cy="0"/>
        </a:xfrm>
      </p:grpSpPr>
      <p:cxnSp>
        <p:nvCxnSpPr>
          <p:cNvPr id="44" name="Google Shape;44;p7">
            <a:extLst>
              <a:ext uri="{FF2B5EF4-FFF2-40B4-BE49-F238E27FC236}">
                <a16:creationId xmlns:a16="http://schemas.microsoft.com/office/drawing/2014/main" id="{37EE4634-0AF9-F400-7A6F-E2DB8D7ABC4D}"/>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a:extLst>
              <a:ext uri="{FF2B5EF4-FFF2-40B4-BE49-F238E27FC236}">
                <a16:creationId xmlns:a16="http://schemas.microsoft.com/office/drawing/2014/main" id="{A0EBEDD5-7190-FA58-53A1-0F35F79AEB19}"/>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7B7B8E4D-0D09-52A1-539E-C566AFDE63AD}"/>
              </a:ext>
            </a:extLst>
          </p:cNvPr>
          <p:cNvSpPr txBox="1"/>
          <p:nvPr/>
        </p:nvSpPr>
        <p:spPr>
          <a:xfrm>
            <a:off x="13581530" y="8861647"/>
            <a:ext cx="4827489"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i="0" u="none" strike="noStrike" cap="none" dirty="0">
                <a:solidFill>
                  <a:srgbClr val="FFFFFF"/>
                </a:solidFill>
                <a:latin typeface="Darker Grotesque Light"/>
                <a:ea typeface="Darker Grotesque Light"/>
                <a:cs typeface="Darker Grotesque Light"/>
                <a:sym typeface="Darker Grotesque Light"/>
              </a:rPr>
              <a:t>https://www.ibm.com/think/topics/virtualization</a:t>
            </a:r>
            <a:endParaRPr lang="en-US" sz="1100" dirty="0">
              <a:latin typeface="Darker Grotesque Light"/>
              <a:ea typeface="Darker Grotesque Light"/>
              <a:cs typeface="Darker Grotesque Light"/>
              <a:sym typeface="Darker Grotesque Light"/>
            </a:endParaRPr>
          </a:p>
        </p:txBody>
      </p:sp>
      <p:sp>
        <p:nvSpPr>
          <p:cNvPr id="3" name="Google Shape;102;p11">
            <a:extLst>
              <a:ext uri="{FF2B5EF4-FFF2-40B4-BE49-F238E27FC236}">
                <a16:creationId xmlns:a16="http://schemas.microsoft.com/office/drawing/2014/main" id="{F4D15C51-3769-E4A0-2F2F-6F03DB0A325E}"/>
              </a:ext>
            </a:extLst>
          </p:cNvPr>
          <p:cNvSpPr txBox="1"/>
          <p:nvPr/>
        </p:nvSpPr>
        <p:spPr>
          <a:xfrm>
            <a:off x="1736043" y="1852910"/>
            <a:ext cx="7058330"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What is a Virtual Machine?</a:t>
            </a:r>
            <a:endParaRPr lang="en-US" sz="2400" dirty="0">
              <a:latin typeface="Darker Grotesque Light"/>
              <a:ea typeface="Darker Grotesque Light"/>
              <a:cs typeface="Darker Grotesque Light"/>
              <a:sym typeface="Darker Grotesque Light"/>
            </a:endParaRPr>
          </a:p>
        </p:txBody>
      </p:sp>
      <p:sp>
        <p:nvSpPr>
          <p:cNvPr id="4" name="Google Shape;102;p11">
            <a:extLst>
              <a:ext uri="{FF2B5EF4-FFF2-40B4-BE49-F238E27FC236}">
                <a16:creationId xmlns:a16="http://schemas.microsoft.com/office/drawing/2014/main" id="{A79E39E8-575E-C10C-1F5B-B351D3871D0C}"/>
              </a:ext>
            </a:extLst>
          </p:cNvPr>
          <p:cNvSpPr txBox="1"/>
          <p:nvPr/>
        </p:nvSpPr>
        <p:spPr>
          <a:xfrm>
            <a:off x="2739280" y="3401168"/>
            <a:ext cx="13819090" cy="246221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A virtual machine (VM) is a virtual environment that simulates a physical computer in software form. VMs are usually referred to as guests, with one or more “guest” machines running on a host machine.</a:t>
            </a:r>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1177207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a:extLst>
            <a:ext uri="{FF2B5EF4-FFF2-40B4-BE49-F238E27FC236}">
              <a16:creationId xmlns:a16="http://schemas.microsoft.com/office/drawing/2014/main" id="{A716837B-E421-2007-D9DE-EE4C0B4B0EC7}"/>
            </a:ext>
          </a:extLst>
        </p:cNvPr>
        <p:cNvGrpSpPr/>
        <p:nvPr/>
      </p:nvGrpSpPr>
      <p:grpSpPr>
        <a:xfrm>
          <a:off x="0" y="0"/>
          <a:ext cx="0" cy="0"/>
          <a:chOff x="0" y="0"/>
          <a:chExt cx="0" cy="0"/>
        </a:xfrm>
      </p:grpSpPr>
      <p:cxnSp>
        <p:nvCxnSpPr>
          <p:cNvPr id="44" name="Google Shape;44;p7">
            <a:extLst>
              <a:ext uri="{FF2B5EF4-FFF2-40B4-BE49-F238E27FC236}">
                <a16:creationId xmlns:a16="http://schemas.microsoft.com/office/drawing/2014/main" id="{09DA813F-F7F0-05BD-1DBD-F4B50A73B2B1}"/>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a:extLst>
              <a:ext uri="{FF2B5EF4-FFF2-40B4-BE49-F238E27FC236}">
                <a16:creationId xmlns:a16="http://schemas.microsoft.com/office/drawing/2014/main" id="{C7815966-2619-925E-9DBE-93770E737143}"/>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96145051-5D36-1E02-2F66-78E75517855D}"/>
              </a:ext>
            </a:extLst>
          </p:cNvPr>
          <p:cNvSpPr txBox="1"/>
          <p:nvPr/>
        </p:nvSpPr>
        <p:spPr>
          <a:xfrm>
            <a:off x="13581530" y="8861647"/>
            <a:ext cx="4827489"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i="0" u="none" strike="noStrike" cap="none" dirty="0">
                <a:solidFill>
                  <a:srgbClr val="FFFFFF"/>
                </a:solidFill>
                <a:latin typeface="Darker Grotesque Light"/>
                <a:ea typeface="Darker Grotesque Light"/>
                <a:cs typeface="Darker Grotesque Light"/>
                <a:sym typeface="Darker Grotesque Light"/>
              </a:rPr>
              <a:t>https://www.ibm.com/think/topics/virtualization</a:t>
            </a:r>
            <a:endParaRPr lang="en-US" sz="1100" dirty="0">
              <a:latin typeface="Darker Grotesque Light"/>
              <a:ea typeface="Darker Grotesque Light"/>
              <a:cs typeface="Darker Grotesque Light"/>
              <a:sym typeface="Darker Grotesque Light"/>
            </a:endParaRPr>
          </a:p>
        </p:txBody>
      </p:sp>
      <p:sp>
        <p:nvSpPr>
          <p:cNvPr id="3" name="Google Shape;102;p11">
            <a:extLst>
              <a:ext uri="{FF2B5EF4-FFF2-40B4-BE49-F238E27FC236}">
                <a16:creationId xmlns:a16="http://schemas.microsoft.com/office/drawing/2014/main" id="{3B3677AD-D82F-A116-E83C-5E99EC06A0B1}"/>
              </a:ext>
            </a:extLst>
          </p:cNvPr>
          <p:cNvSpPr txBox="1"/>
          <p:nvPr/>
        </p:nvSpPr>
        <p:spPr>
          <a:xfrm>
            <a:off x="1682255" y="1485307"/>
            <a:ext cx="7058330"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What is a Hypervisors?</a:t>
            </a:r>
            <a:endParaRPr lang="en-US" sz="2400" dirty="0">
              <a:latin typeface="Darker Grotesque Light"/>
              <a:ea typeface="Darker Grotesque Light"/>
              <a:cs typeface="Darker Grotesque Light"/>
              <a:sym typeface="Darker Grotesque Light"/>
            </a:endParaRPr>
          </a:p>
        </p:txBody>
      </p:sp>
      <p:sp>
        <p:nvSpPr>
          <p:cNvPr id="4" name="Google Shape;102;p11">
            <a:extLst>
              <a:ext uri="{FF2B5EF4-FFF2-40B4-BE49-F238E27FC236}">
                <a16:creationId xmlns:a16="http://schemas.microsoft.com/office/drawing/2014/main" id="{6749DD8C-42D8-78CC-F928-82F721F18716}"/>
              </a:ext>
            </a:extLst>
          </p:cNvPr>
          <p:cNvSpPr txBox="1"/>
          <p:nvPr/>
        </p:nvSpPr>
        <p:spPr>
          <a:xfrm>
            <a:off x="2739280" y="2885321"/>
            <a:ext cx="13819090" cy="369331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A hypervisor is the software layer that coordinates VMs. It serves as an interface between the VM and the underlying physical hardware, ensuring that each has access to the physical resources it needs to execute. It also makes sure that the VMs don’t interfere with each other by impinging on each other’s memory space or compute cycles. </a:t>
            </a:r>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1927820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a:extLst>
            <a:ext uri="{FF2B5EF4-FFF2-40B4-BE49-F238E27FC236}">
              <a16:creationId xmlns:a16="http://schemas.microsoft.com/office/drawing/2014/main" id="{1830DE1F-68EF-9CE8-68C0-A79642680422}"/>
            </a:ext>
          </a:extLst>
        </p:cNvPr>
        <p:cNvGrpSpPr/>
        <p:nvPr/>
      </p:nvGrpSpPr>
      <p:grpSpPr>
        <a:xfrm>
          <a:off x="0" y="0"/>
          <a:ext cx="0" cy="0"/>
          <a:chOff x="0" y="0"/>
          <a:chExt cx="0" cy="0"/>
        </a:xfrm>
      </p:grpSpPr>
      <p:cxnSp>
        <p:nvCxnSpPr>
          <p:cNvPr id="44" name="Google Shape;44;p7">
            <a:extLst>
              <a:ext uri="{FF2B5EF4-FFF2-40B4-BE49-F238E27FC236}">
                <a16:creationId xmlns:a16="http://schemas.microsoft.com/office/drawing/2014/main" id="{7761311E-6AAB-9993-82D3-93B14B10C9F0}"/>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a:extLst>
              <a:ext uri="{FF2B5EF4-FFF2-40B4-BE49-F238E27FC236}">
                <a16:creationId xmlns:a16="http://schemas.microsoft.com/office/drawing/2014/main" id="{BED1799A-5CD1-FEF5-3DDA-6C48F3D8A56E}"/>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D4012E75-1AB3-D81F-D36C-1F000243B0F0}"/>
              </a:ext>
            </a:extLst>
          </p:cNvPr>
          <p:cNvSpPr txBox="1"/>
          <p:nvPr/>
        </p:nvSpPr>
        <p:spPr>
          <a:xfrm>
            <a:off x="13581530" y="8861647"/>
            <a:ext cx="4827489"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i="0" u="none" strike="noStrike" cap="none" dirty="0">
                <a:solidFill>
                  <a:srgbClr val="FFFFFF"/>
                </a:solidFill>
                <a:latin typeface="Darker Grotesque Light"/>
                <a:ea typeface="Darker Grotesque Light"/>
                <a:cs typeface="Darker Grotesque Light"/>
                <a:sym typeface="Darker Grotesque Light"/>
              </a:rPr>
              <a:t>https://www.ibm.com/think/topics/virtualization</a:t>
            </a:r>
            <a:endParaRPr lang="en-US" sz="1100" dirty="0">
              <a:latin typeface="Darker Grotesque Light"/>
              <a:ea typeface="Darker Grotesque Light"/>
              <a:cs typeface="Darker Grotesque Light"/>
              <a:sym typeface="Darker Grotesque Light"/>
            </a:endParaRPr>
          </a:p>
        </p:txBody>
      </p:sp>
      <p:sp>
        <p:nvSpPr>
          <p:cNvPr id="5" name="Rectangle 4">
            <a:extLst>
              <a:ext uri="{FF2B5EF4-FFF2-40B4-BE49-F238E27FC236}">
                <a16:creationId xmlns:a16="http://schemas.microsoft.com/office/drawing/2014/main" id="{7F8F4662-A47D-3736-5D4E-019BBB9A2654}"/>
              </a:ext>
            </a:extLst>
          </p:cNvPr>
          <p:cNvSpPr/>
          <p:nvPr/>
        </p:nvSpPr>
        <p:spPr>
          <a:xfrm>
            <a:off x="1627093" y="632012"/>
            <a:ext cx="15894425" cy="81099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Physical Servers vs Virtual Machines: What are the Differences - BDRSuite">
            <a:extLst>
              <a:ext uri="{FF2B5EF4-FFF2-40B4-BE49-F238E27FC236}">
                <a16:creationId xmlns:a16="http://schemas.microsoft.com/office/drawing/2014/main" id="{CE921F0D-B0BA-AC18-D4A9-4AF4E4090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0122" y="1981760"/>
            <a:ext cx="11241741" cy="63234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6885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a:extLst>
            <a:ext uri="{FF2B5EF4-FFF2-40B4-BE49-F238E27FC236}">
              <a16:creationId xmlns:a16="http://schemas.microsoft.com/office/drawing/2014/main" id="{F884A5A0-3BC4-02DA-1440-9A089951F28E}"/>
            </a:ext>
          </a:extLst>
        </p:cNvPr>
        <p:cNvGrpSpPr/>
        <p:nvPr/>
      </p:nvGrpSpPr>
      <p:grpSpPr>
        <a:xfrm>
          <a:off x="0" y="0"/>
          <a:ext cx="0" cy="0"/>
          <a:chOff x="0" y="0"/>
          <a:chExt cx="0" cy="0"/>
        </a:xfrm>
      </p:grpSpPr>
      <p:cxnSp>
        <p:nvCxnSpPr>
          <p:cNvPr id="44" name="Google Shape;44;p7">
            <a:extLst>
              <a:ext uri="{FF2B5EF4-FFF2-40B4-BE49-F238E27FC236}">
                <a16:creationId xmlns:a16="http://schemas.microsoft.com/office/drawing/2014/main" id="{272F4054-5207-784C-A94A-7721A164FA07}"/>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a:extLst>
              <a:ext uri="{FF2B5EF4-FFF2-40B4-BE49-F238E27FC236}">
                <a16:creationId xmlns:a16="http://schemas.microsoft.com/office/drawing/2014/main" id="{9C23178A-5551-C3A9-38AF-2F76C6BCD3EA}"/>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85DB6B67-91DE-39E0-4B8D-D27FA00D3DCA}"/>
              </a:ext>
            </a:extLst>
          </p:cNvPr>
          <p:cNvSpPr txBox="1"/>
          <p:nvPr/>
        </p:nvSpPr>
        <p:spPr>
          <a:xfrm>
            <a:off x="13581530" y="8861647"/>
            <a:ext cx="4827489"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i="0" u="none" strike="noStrike" cap="none" dirty="0">
                <a:solidFill>
                  <a:srgbClr val="FFFFFF"/>
                </a:solidFill>
                <a:latin typeface="Darker Grotesque Light"/>
                <a:ea typeface="Darker Grotesque Light"/>
                <a:cs typeface="Darker Grotesque Light"/>
                <a:sym typeface="Darker Grotesque Light"/>
              </a:rPr>
              <a:t>https://www.ibm.com/think/topics/virtualization</a:t>
            </a:r>
            <a:endParaRPr lang="en-US" sz="1100" dirty="0">
              <a:latin typeface="Darker Grotesque Light"/>
              <a:ea typeface="Darker Grotesque Light"/>
              <a:cs typeface="Darker Grotesque Light"/>
              <a:sym typeface="Darker Grotesque Light"/>
            </a:endParaRPr>
          </a:p>
        </p:txBody>
      </p:sp>
      <p:sp>
        <p:nvSpPr>
          <p:cNvPr id="5" name="Rectangle 4">
            <a:extLst>
              <a:ext uri="{FF2B5EF4-FFF2-40B4-BE49-F238E27FC236}">
                <a16:creationId xmlns:a16="http://schemas.microsoft.com/office/drawing/2014/main" id="{DA142640-AEB8-FB5F-F6D0-C2525C980D39}"/>
              </a:ext>
            </a:extLst>
          </p:cNvPr>
          <p:cNvSpPr/>
          <p:nvPr/>
        </p:nvSpPr>
        <p:spPr>
          <a:xfrm>
            <a:off x="1627093" y="632012"/>
            <a:ext cx="15894425" cy="81099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Quad top xeon motherboard">
            <a:extLst>
              <a:ext uri="{FF2B5EF4-FFF2-40B4-BE49-F238E27FC236}">
                <a16:creationId xmlns:a16="http://schemas.microsoft.com/office/drawing/2014/main" id="{E6F311BE-2B59-9D3E-7A68-F3B133881F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7506" y="1009677"/>
            <a:ext cx="8643376" cy="7238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650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a:extLst>
            <a:ext uri="{FF2B5EF4-FFF2-40B4-BE49-F238E27FC236}">
              <a16:creationId xmlns:a16="http://schemas.microsoft.com/office/drawing/2014/main" id="{5D368BC9-40D8-88E8-BFA8-49C605AF2084}"/>
            </a:ext>
          </a:extLst>
        </p:cNvPr>
        <p:cNvGrpSpPr/>
        <p:nvPr/>
      </p:nvGrpSpPr>
      <p:grpSpPr>
        <a:xfrm>
          <a:off x="0" y="0"/>
          <a:ext cx="0" cy="0"/>
          <a:chOff x="0" y="0"/>
          <a:chExt cx="0" cy="0"/>
        </a:xfrm>
      </p:grpSpPr>
      <p:cxnSp>
        <p:nvCxnSpPr>
          <p:cNvPr id="44" name="Google Shape;44;p7">
            <a:extLst>
              <a:ext uri="{FF2B5EF4-FFF2-40B4-BE49-F238E27FC236}">
                <a16:creationId xmlns:a16="http://schemas.microsoft.com/office/drawing/2014/main" id="{4CD707E1-874B-2193-27FF-CF39E9AD8B0D}"/>
              </a:ext>
            </a:extLst>
          </p:cNvPr>
          <p:cNvCxnSpPr/>
          <p:nvPr/>
        </p:nvCxnSpPr>
        <p:spPr>
          <a:xfrm rot="10800000">
            <a:off x="1368330" y="-478972"/>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a:extLst>
              <a:ext uri="{FF2B5EF4-FFF2-40B4-BE49-F238E27FC236}">
                <a16:creationId xmlns:a16="http://schemas.microsoft.com/office/drawing/2014/main" id="{1AC8D83D-5117-69C9-CE00-941553219AF9}"/>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34284849-3129-849D-A89F-24B0CE6FF233}"/>
              </a:ext>
            </a:extLst>
          </p:cNvPr>
          <p:cNvSpPr txBox="1"/>
          <p:nvPr/>
        </p:nvSpPr>
        <p:spPr>
          <a:xfrm>
            <a:off x="13581530" y="8861647"/>
            <a:ext cx="4827489"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i="0" u="none" strike="noStrike" cap="none" dirty="0">
                <a:solidFill>
                  <a:srgbClr val="FFFFFF"/>
                </a:solidFill>
                <a:latin typeface="Darker Grotesque Light"/>
                <a:ea typeface="Darker Grotesque Light"/>
                <a:cs typeface="Darker Grotesque Light"/>
                <a:sym typeface="Darker Grotesque Light"/>
              </a:rPr>
              <a:t>https://www.ibm.com/think/topics/virtualization</a:t>
            </a:r>
            <a:endParaRPr lang="en-US" sz="1100" dirty="0">
              <a:latin typeface="Darker Grotesque Light"/>
              <a:ea typeface="Darker Grotesque Light"/>
              <a:cs typeface="Darker Grotesque Light"/>
              <a:sym typeface="Darker Grotesque Light"/>
            </a:endParaRPr>
          </a:p>
        </p:txBody>
      </p:sp>
      <p:sp>
        <p:nvSpPr>
          <p:cNvPr id="3" name="Google Shape;102;p11">
            <a:extLst>
              <a:ext uri="{FF2B5EF4-FFF2-40B4-BE49-F238E27FC236}">
                <a16:creationId xmlns:a16="http://schemas.microsoft.com/office/drawing/2014/main" id="{2EB198BB-87EB-D2C2-1235-4CAEF389669A}"/>
              </a:ext>
            </a:extLst>
          </p:cNvPr>
          <p:cNvSpPr txBox="1"/>
          <p:nvPr/>
        </p:nvSpPr>
        <p:spPr>
          <a:xfrm>
            <a:off x="1534337" y="1028699"/>
            <a:ext cx="12208554"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There are two types of hypervisors:</a:t>
            </a:r>
            <a:endParaRPr lang="en-US" sz="2400" dirty="0">
              <a:latin typeface="Darker Grotesque Light"/>
              <a:ea typeface="Darker Grotesque Light"/>
              <a:cs typeface="Darker Grotesque Light"/>
              <a:sym typeface="Darker Grotesque Light"/>
            </a:endParaRPr>
          </a:p>
        </p:txBody>
      </p:sp>
      <p:sp>
        <p:nvSpPr>
          <p:cNvPr id="4" name="Google Shape;102;p11">
            <a:extLst>
              <a:ext uri="{FF2B5EF4-FFF2-40B4-BE49-F238E27FC236}">
                <a16:creationId xmlns:a16="http://schemas.microsoft.com/office/drawing/2014/main" id="{6106FECA-6C1C-D086-0BE9-C2C43F13D2E8}"/>
              </a:ext>
            </a:extLst>
          </p:cNvPr>
          <p:cNvSpPr txBox="1"/>
          <p:nvPr/>
        </p:nvSpPr>
        <p:spPr>
          <a:xfrm>
            <a:off x="2739280" y="2205961"/>
            <a:ext cx="13819090" cy="609397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600" i="0" u="none" strike="noStrike" cap="none" dirty="0">
                <a:solidFill>
                  <a:srgbClr val="FFFFFF"/>
                </a:solidFill>
                <a:latin typeface="Darker Grotesque Light"/>
                <a:ea typeface="Darker Grotesque Light"/>
                <a:cs typeface="Darker Grotesque Light"/>
                <a:sym typeface="Darker Grotesque Light"/>
              </a:rPr>
              <a:t>Type 1 or “bare-metal” hypervisors interact with the underlying physical resources, replacing the traditional operating system altogether. They most commonly appear in virtual server scenarios in which a software-based server is created by partitioning a physical server into smaller, self-contained segments, each capable of running its own operating system and applications. </a:t>
            </a:r>
          </a:p>
          <a:p>
            <a:pPr marL="0" marR="0" lvl="0" indent="0" algn="l" rtl="0">
              <a:lnSpc>
                <a:spcPct val="100000"/>
              </a:lnSpc>
              <a:spcBef>
                <a:spcPts val="0"/>
              </a:spcBef>
              <a:spcAft>
                <a:spcPts val="0"/>
              </a:spcAft>
              <a:buNone/>
            </a:pPr>
            <a:endParaRPr lang="en-US" sz="3600" dirty="0">
              <a:solidFill>
                <a:srgbClr val="FFFFFF"/>
              </a:solidFill>
              <a:latin typeface="Darker Grotesque Light"/>
              <a:ea typeface="Darker Grotesque Light"/>
              <a:cs typeface="Darker Grotesque Light"/>
              <a:sym typeface="Darker Grotesque Light"/>
            </a:endParaRPr>
          </a:p>
          <a:p>
            <a:pPr marL="0" marR="0" lvl="0" indent="0" algn="l" rtl="0">
              <a:lnSpc>
                <a:spcPct val="100000"/>
              </a:lnSpc>
              <a:spcBef>
                <a:spcPts val="0"/>
              </a:spcBef>
              <a:spcAft>
                <a:spcPts val="0"/>
              </a:spcAft>
              <a:buNone/>
            </a:pPr>
            <a:r>
              <a:rPr lang="en-US" sz="3600" i="0" u="none" strike="noStrike" cap="none" dirty="0">
                <a:solidFill>
                  <a:srgbClr val="FFFFFF"/>
                </a:solidFill>
                <a:latin typeface="Darker Grotesque Light"/>
                <a:ea typeface="Darker Grotesque Light"/>
                <a:cs typeface="Darker Grotesque Light"/>
                <a:sym typeface="Darker Grotesque Light"/>
              </a:rPr>
              <a:t>Type 2 hypervisors run as an application on an existing OS. Most commonly used on endpoint devices to run guest operating systems, they carry a performance overhead because they must use the host OS to access and coordinate the underlying hardware resources.</a:t>
            </a:r>
            <a:endParaRPr lang="en-US" sz="20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935060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a:extLst>
            <a:ext uri="{FF2B5EF4-FFF2-40B4-BE49-F238E27FC236}">
              <a16:creationId xmlns:a16="http://schemas.microsoft.com/office/drawing/2014/main" id="{627D70B9-D1E4-EAB1-46D4-9E0D74E97C30}"/>
            </a:ext>
          </a:extLst>
        </p:cNvPr>
        <p:cNvGrpSpPr/>
        <p:nvPr/>
      </p:nvGrpSpPr>
      <p:grpSpPr>
        <a:xfrm>
          <a:off x="0" y="0"/>
          <a:ext cx="0" cy="0"/>
          <a:chOff x="0" y="0"/>
          <a:chExt cx="0" cy="0"/>
        </a:xfrm>
      </p:grpSpPr>
      <p:cxnSp>
        <p:nvCxnSpPr>
          <p:cNvPr id="44" name="Google Shape;44;p7">
            <a:extLst>
              <a:ext uri="{FF2B5EF4-FFF2-40B4-BE49-F238E27FC236}">
                <a16:creationId xmlns:a16="http://schemas.microsoft.com/office/drawing/2014/main" id="{F74CA24E-DE38-786C-B028-9833AD7717D8}"/>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a:extLst>
              <a:ext uri="{FF2B5EF4-FFF2-40B4-BE49-F238E27FC236}">
                <a16:creationId xmlns:a16="http://schemas.microsoft.com/office/drawing/2014/main" id="{7097D721-E32B-431E-3347-E8E6BFD868E0}"/>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91F4DA9E-83A0-4AF0-7781-76485DA4F32D}"/>
              </a:ext>
            </a:extLst>
          </p:cNvPr>
          <p:cNvSpPr txBox="1"/>
          <p:nvPr/>
        </p:nvSpPr>
        <p:spPr>
          <a:xfrm>
            <a:off x="13581530" y="8861647"/>
            <a:ext cx="4827489"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i="0" u="none" strike="noStrike" cap="none" dirty="0">
                <a:solidFill>
                  <a:srgbClr val="FFFFFF"/>
                </a:solidFill>
                <a:latin typeface="Darker Grotesque Light"/>
                <a:ea typeface="Darker Grotesque Light"/>
                <a:cs typeface="Darker Grotesque Light"/>
                <a:sym typeface="Darker Grotesque Light"/>
              </a:rPr>
              <a:t>https://www.ibm.com/think/topics/virtualization</a:t>
            </a:r>
            <a:endParaRPr lang="en-US" sz="1100" dirty="0">
              <a:latin typeface="Darker Grotesque Light"/>
              <a:ea typeface="Darker Grotesque Light"/>
              <a:cs typeface="Darker Grotesque Light"/>
              <a:sym typeface="Darker Grotesque Light"/>
            </a:endParaRPr>
          </a:p>
        </p:txBody>
      </p:sp>
      <p:sp>
        <p:nvSpPr>
          <p:cNvPr id="5" name="Rectangle 4">
            <a:extLst>
              <a:ext uri="{FF2B5EF4-FFF2-40B4-BE49-F238E27FC236}">
                <a16:creationId xmlns:a16="http://schemas.microsoft.com/office/drawing/2014/main" id="{54C8F584-1249-7669-CBC1-9CCC389B4117}"/>
              </a:ext>
            </a:extLst>
          </p:cNvPr>
          <p:cNvSpPr/>
          <p:nvPr/>
        </p:nvSpPr>
        <p:spPr>
          <a:xfrm>
            <a:off x="1627093" y="632012"/>
            <a:ext cx="16015448" cy="81099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Virtualization via Virtual Machines">
            <a:extLst>
              <a:ext uri="{FF2B5EF4-FFF2-40B4-BE49-F238E27FC236}">
                <a16:creationId xmlns:a16="http://schemas.microsoft.com/office/drawing/2014/main" id="{2F80D7AE-9D1F-B6D1-968B-403DDE552E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7837" y="1662113"/>
            <a:ext cx="7172325" cy="593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392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a:extLst>
            <a:ext uri="{FF2B5EF4-FFF2-40B4-BE49-F238E27FC236}">
              <a16:creationId xmlns:a16="http://schemas.microsoft.com/office/drawing/2014/main" id="{2EEE42E2-C548-0F5F-D656-37947F3ED1AB}"/>
            </a:ext>
          </a:extLst>
        </p:cNvPr>
        <p:cNvGrpSpPr/>
        <p:nvPr/>
      </p:nvGrpSpPr>
      <p:grpSpPr>
        <a:xfrm>
          <a:off x="0" y="0"/>
          <a:ext cx="0" cy="0"/>
          <a:chOff x="0" y="0"/>
          <a:chExt cx="0" cy="0"/>
        </a:xfrm>
      </p:grpSpPr>
      <p:cxnSp>
        <p:nvCxnSpPr>
          <p:cNvPr id="44" name="Google Shape;44;p7">
            <a:extLst>
              <a:ext uri="{FF2B5EF4-FFF2-40B4-BE49-F238E27FC236}">
                <a16:creationId xmlns:a16="http://schemas.microsoft.com/office/drawing/2014/main" id="{4EBE69F1-D737-0F2B-BF7E-722D72A6E723}"/>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a:extLst>
              <a:ext uri="{FF2B5EF4-FFF2-40B4-BE49-F238E27FC236}">
                <a16:creationId xmlns:a16="http://schemas.microsoft.com/office/drawing/2014/main" id="{65F4080E-D2D6-6623-4971-B2A9183E37E1}"/>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1026" name="Picture 2" descr="Amazon EC2 | AWS Cheat Sheet">
            <a:extLst>
              <a:ext uri="{FF2B5EF4-FFF2-40B4-BE49-F238E27FC236}">
                <a16:creationId xmlns:a16="http://schemas.microsoft.com/office/drawing/2014/main" id="{96C63D33-8BE5-EEAF-4344-BF84B6B475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1891" y="1571625"/>
            <a:ext cx="7143750" cy="357187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Google Compute Engine - Cloudkul">
            <a:extLst>
              <a:ext uri="{FF2B5EF4-FFF2-40B4-BE49-F238E27FC236}">
                <a16:creationId xmlns:a16="http://schemas.microsoft.com/office/drawing/2014/main" id="{C6F86987-1A27-1E72-4BA3-DB40BA910D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07184" y="1524000"/>
            <a:ext cx="6638925" cy="36195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Microsoft Azure Virtual Machine? - DevOpsSchool.com">
            <a:extLst>
              <a:ext uri="{FF2B5EF4-FFF2-40B4-BE49-F238E27FC236}">
                <a16:creationId xmlns:a16="http://schemas.microsoft.com/office/drawing/2014/main" id="{0640BCE4-1273-F599-F0EC-67E6CDB867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44671" y="5593975"/>
            <a:ext cx="6131859" cy="3449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8062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a:extLst>
            <a:ext uri="{FF2B5EF4-FFF2-40B4-BE49-F238E27FC236}">
              <a16:creationId xmlns:a16="http://schemas.microsoft.com/office/drawing/2014/main" id="{91A616A7-CF55-9EAA-17FE-F590A0B52AE4}"/>
            </a:ext>
          </a:extLst>
        </p:cNvPr>
        <p:cNvGrpSpPr/>
        <p:nvPr/>
      </p:nvGrpSpPr>
      <p:grpSpPr>
        <a:xfrm>
          <a:off x="0" y="0"/>
          <a:ext cx="0" cy="0"/>
          <a:chOff x="0" y="0"/>
          <a:chExt cx="0" cy="0"/>
        </a:xfrm>
      </p:grpSpPr>
      <p:cxnSp>
        <p:nvCxnSpPr>
          <p:cNvPr id="44" name="Google Shape;44;p7">
            <a:extLst>
              <a:ext uri="{FF2B5EF4-FFF2-40B4-BE49-F238E27FC236}">
                <a16:creationId xmlns:a16="http://schemas.microsoft.com/office/drawing/2014/main" id="{C8F573D4-5309-6027-5EAE-BC1A715456C7}"/>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a:extLst>
              <a:ext uri="{FF2B5EF4-FFF2-40B4-BE49-F238E27FC236}">
                <a16:creationId xmlns:a16="http://schemas.microsoft.com/office/drawing/2014/main" id="{9BC1D570-4E91-33AC-EB3D-9B4FA5200710}"/>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102;p11">
            <a:extLst>
              <a:ext uri="{FF2B5EF4-FFF2-40B4-BE49-F238E27FC236}">
                <a16:creationId xmlns:a16="http://schemas.microsoft.com/office/drawing/2014/main" id="{FC291A44-79A6-6E2E-929F-E1993C124640}"/>
              </a:ext>
            </a:extLst>
          </p:cNvPr>
          <p:cNvSpPr txBox="1"/>
          <p:nvPr/>
        </p:nvSpPr>
        <p:spPr>
          <a:xfrm>
            <a:off x="1749366" y="1206523"/>
            <a:ext cx="7058330"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Connecting to a VM</a:t>
            </a:r>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117639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262"/>
        <p:cNvGrpSpPr/>
        <p:nvPr/>
      </p:nvGrpSpPr>
      <p:grpSpPr>
        <a:xfrm>
          <a:off x="0" y="0"/>
          <a:ext cx="0" cy="0"/>
          <a:chOff x="0" y="0"/>
          <a:chExt cx="0" cy="0"/>
        </a:xfrm>
      </p:grpSpPr>
      <p:sp>
        <p:nvSpPr>
          <p:cNvPr id="263" name="Google Shape;263;p22"/>
          <p:cNvSpPr txBox="1"/>
          <p:nvPr/>
        </p:nvSpPr>
        <p:spPr>
          <a:xfrm>
            <a:off x="2511675" y="3767376"/>
            <a:ext cx="14274300" cy="2585323"/>
          </a:xfrm>
          <a:prstGeom prst="rect">
            <a:avLst/>
          </a:prstGeom>
          <a:noFill/>
          <a:ln>
            <a:noFill/>
          </a:ln>
        </p:spPr>
        <p:txBody>
          <a:bodyPr spcFirstLastPara="1" wrap="square" lIns="0" tIns="0" rIns="0" bIns="0" anchor="t" anchorCtr="0">
            <a:spAutoFit/>
          </a:bodyPr>
          <a:lstStyle/>
          <a:p>
            <a:pPr marL="0" marR="0" lvl="1" indent="0" algn="ctr" rtl="0">
              <a:lnSpc>
                <a:spcPct val="70000"/>
              </a:lnSpc>
              <a:spcBef>
                <a:spcPts val="0"/>
              </a:spcBef>
              <a:spcAft>
                <a:spcPts val="0"/>
              </a:spcAft>
              <a:buNone/>
            </a:pPr>
            <a:r>
              <a:rPr lang="en-US" sz="8000" i="0" u="none" strike="noStrike" cap="none" dirty="0">
                <a:solidFill>
                  <a:srgbClr val="C2F970"/>
                </a:solidFill>
                <a:latin typeface="Darker Grotesque Medium"/>
                <a:ea typeface="Darker Grotesque Medium"/>
                <a:cs typeface="Darker Grotesque Medium"/>
                <a:sym typeface="Darker Grotesque Medium"/>
              </a:rPr>
              <a:t>“If you only do what you can do, you will never be more than you are now.”</a:t>
            </a:r>
            <a:endParaRPr lang="en-US" dirty="0">
              <a:latin typeface="Darker Grotesque Medium"/>
              <a:ea typeface="Darker Grotesque Medium"/>
              <a:cs typeface="Darker Grotesque Medium"/>
              <a:sym typeface="Darker Grotesque Medium"/>
            </a:endParaRPr>
          </a:p>
        </p:txBody>
      </p:sp>
      <p:sp>
        <p:nvSpPr>
          <p:cNvPr id="265" name="Google Shape;265;p22"/>
          <p:cNvSpPr txBox="1"/>
          <p:nvPr/>
        </p:nvSpPr>
        <p:spPr>
          <a:xfrm>
            <a:off x="8246756" y="2381637"/>
            <a:ext cx="2823300" cy="2315100"/>
          </a:xfrm>
          <a:prstGeom prst="rect">
            <a:avLst/>
          </a:prstGeom>
          <a:noFill/>
          <a:ln>
            <a:noFill/>
          </a:ln>
        </p:spPr>
        <p:txBody>
          <a:bodyPr spcFirstLastPara="1" wrap="square" lIns="0" tIns="0" rIns="0" bIns="0" anchor="t" anchorCtr="0">
            <a:spAutoFit/>
          </a:bodyPr>
          <a:lstStyle/>
          <a:p>
            <a:pPr marL="0" marR="0" lvl="1" indent="0" algn="ctr" rtl="0">
              <a:lnSpc>
                <a:spcPct val="70000"/>
              </a:lnSpc>
              <a:spcBef>
                <a:spcPts val="0"/>
              </a:spcBef>
              <a:spcAft>
                <a:spcPts val="0"/>
              </a:spcAft>
              <a:buNone/>
            </a:pPr>
            <a:r>
              <a:rPr lang="en-US" sz="21486" i="0" u="none" strike="noStrike" cap="none" dirty="0">
                <a:solidFill>
                  <a:srgbClr val="C2F970"/>
                </a:solidFill>
                <a:latin typeface="Darker Grotesque Medium"/>
                <a:ea typeface="Darker Grotesque Medium"/>
                <a:cs typeface="Darker Grotesque Medium"/>
                <a:sym typeface="Darker Grotesque Medium"/>
              </a:rPr>
              <a:t>“</a:t>
            </a:r>
            <a:endParaRPr dirty="0">
              <a:latin typeface="Darker Grotesque Medium"/>
              <a:ea typeface="Darker Grotesque Medium"/>
              <a:cs typeface="Darker Grotesque Medium"/>
              <a:sym typeface="Darker Grotesque Medium"/>
            </a:endParaRPr>
          </a:p>
        </p:txBody>
      </p:sp>
      <p:cxnSp>
        <p:nvCxnSpPr>
          <p:cNvPr id="266" name="Google Shape;266;p22"/>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267" name="Google Shape;267;p22"/>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263;p22">
            <a:extLst>
              <a:ext uri="{FF2B5EF4-FFF2-40B4-BE49-F238E27FC236}">
                <a16:creationId xmlns:a16="http://schemas.microsoft.com/office/drawing/2014/main" id="{2F83E869-DFC5-C566-9F9F-3F24CEDF350A}"/>
              </a:ext>
            </a:extLst>
          </p:cNvPr>
          <p:cNvSpPr txBox="1"/>
          <p:nvPr/>
        </p:nvSpPr>
        <p:spPr>
          <a:xfrm>
            <a:off x="5582086" y="6630060"/>
            <a:ext cx="7394325" cy="473976"/>
          </a:xfrm>
          <a:prstGeom prst="rect">
            <a:avLst/>
          </a:prstGeom>
          <a:noFill/>
          <a:ln>
            <a:noFill/>
          </a:ln>
        </p:spPr>
        <p:txBody>
          <a:bodyPr spcFirstLastPara="1" wrap="square" lIns="0" tIns="0" rIns="0" bIns="0" anchor="t" anchorCtr="0">
            <a:spAutoFit/>
          </a:bodyPr>
          <a:lstStyle/>
          <a:p>
            <a:pPr marL="0" marR="0" lvl="1" indent="0" algn="ctr" rtl="0">
              <a:lnSpc>
                <a:spcPct val="70000"/>
              </a:lnSpc>
              <a:spcBef>
                <a:spcPts val="0"/>
              </a:spcBef>
              <a:spcAft>
                <a:spcPts val="0"/>
              </a:spcAft>
              <a:buNone/>
            </a:pPr>
            <a:r>
              <a:rPr lang="en-US" sz="4400" i="0" u="none" strike="noStrike" cap="none" dirty="0">
                <a:solidFill>
                  <a:srgbClr val="C2F970"/>
                </a:solidFill>
                <a:latin typeface="Darker Grotesque Medium"/>
                <a:ea typeface="Darker Grotesque Medium"/>
                <a:cs typeface="Darker Grotesque Medium"/>
                <a:sym typeface="Darker Grotesque Medium"/>
              </a:rPr>
              <a:t>– Master Shifu</a:t>
            </a:r>
            <a:endParaRPr lang="en-US" sz="800" dirty="0">
              <a:latin typeface="Darker Grotesque Medium"/>
              <a:ea typeface="Darker Grotesque Medium"/>
              <a:cs typeface="Darker Grotesque Medium"/>
              <a:sym typeface="Darker Grotesque Medium"/>
            </a:endParaRPr>
          </a:p>
        </p:txBody>
      </p:sp>
    </p:spTree>
  </p:cSld>
  <p:clrMapOvr>
    <a:masterClrMapping/>
  </p:clrMapOvr>
  <p:transition>
    <p:fade/>
  </p:transition>
</p:sld>
</file>

<file path=ppt/theme/theme1.xml><?xml version="1.0" encoding="utf-8"?>
<a:theme xmlns:a="http://schemas.openxmlformats.org/drawingml/2006/main" name="Bold Minimal E-Commer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345</TotalTime>
  <Words>379</Words>
  <Application>Microsoft Office PowerPoint</Application>
  <PresentationFormat>Custom</PresentationFormat>
  <Paragraphs>22</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Darker Grotesque</vt:lpstr>
      <vt:lpstr>Darker Grotesque Light</vt:lpstr>
      <vt:lpstr>Darker Grotesque Medium</vt:lpstr>
      <vt:lpstr>Bold Minimal E-Commerce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Administrator</dc:creator>
  <cp:lastModifiedBy>Administrator</cp:lastModifiedBy>
  <cp:revision>9</cp:revision>
  <dcterms:modified xsi:type="dcterms:W3CDTF">2025-05-07T09:22:18Z</dcterms:modified>
</cp:coreProperties>
</file>