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7"/>
  </p:notesMasterIdLst>
  <p:sldIdLst>
    <p:sldId id="256" r:id="rId2"/>
    <p:sldId id="284" r:id="rId3"/>
    <p:sldId id="259" r:id="rId4"/>
    <p:sldId id="290" r:id="rId5"/>
    <p:sldId id="289" r:id="rId6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86" autoAdjust="0"/>
    <p:restoredTop sz="94660"/>
  </p:normalViewPr>
  <p:slideViewPr>
    <p:cSldViewPr snapToGrid="0">
      <p:cViewPr varScale="1">
        <p:scale>
          <a:sx n="71" d="100"/>
          <a:sy n="71" d="100"/>
        </p:scale>
        <p:origin x="12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BC971ACD-0217-9F0F-FBDC-88E59D8A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067A9E9E-852A-48F7-5028-33188F305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6ED40645-ECDA-CED8-F68E-DBDEABDF9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315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AD431D2-7746-7821-B6EF-784A7BFE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9777276-1D85-F048-5926-7D49C5E0E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6C1CA31-2795-A1B5-CB43-8D54D1408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5265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A7D62A5-65BF-9163-8FE5-41CAA4F6B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BD39CFB1-523D-242E-A41D-21F67D2C4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FC5EE658-7C42-DB1C-B7D9-A844518CB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833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/>
        </p:nvSpPr>
        <p:spPr>
          <a:xfrm>
            <a:off x="1802795" y="2856357"/>
            <a:ext cx="15475556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i="0" u="none" strike="noStrike" cap="none" dirty="0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Static Sites</a:t>
            </a:r>
            <a:endParaRPr dirty="0"/>
          </a:p>
        </p:txBody>
      </p:sp>
      <p:cxnSp>
        <p:nvCxnSpPr>
          <p:cNvPr id="44" name="Google Shape;44;p7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398B5876-8EC7-A184-F7E6-3B3DB447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AC9E3C63-0FF2-E51C-22D4-08511EDBDE70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F5A5D8DE-704B-2914-75C5-0754E35E17A9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C189FDD-644A-F777-3933-DA250E121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1643317"/>
            <a:ext cx="13505000" cy="658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4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8D3E4CB-2260-EB75-7A18-FA3CCAC40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2282195"/>
            <a:ext cx="14510332" cy="53459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69533DB-202B-298C-01D6-AA3C58B9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C064DC24-C6E8-959E-F4C5-7600DE37163E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349EB5F-D3B9-F2D4-E457-CFB7DE5E810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95;p11">
            <a:extLst>
              <a:ext uri="{FF2B5EF4-FFF2-40B4-BE49-F238E27FC236}">
                <a16:creationId xmlns:a16="http://schemas.microsoft.com/office/drawing/2014/main" id="{405888A9-A3CD-1A32-9CD4-D7BA7BDEF1A6}"/>
              </a:ext>
            </a:extLst>
          </p:cNvPr>
          <p:cNvSpPr txBox="1"/>
          <p:nvPr/>
        </p:nvSpPr>
        <p:spPr>
          <a:xfrm>
            <a:off x="1811202" y="1917846"/>
            <a:ext cx="12164441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Steps: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Prepare html project</a:t>
            </a:r>
          </a:p>
          <a:p>
            <a:pPr lvl="0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Make sure your project folder contains:</a:t>
            </a:r>
          </a:p>
          <a:p>
            <a:pPr lvl="0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	Index.html (entry point  !! IMPORTANT)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push </a:t>
            </a:r>
            <a:r>
              <a:rPr lang="en-US" sz="3600" b="1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github</a:t>
            </a:r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repository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</a:t>
            </a:r>
            <a:endParaRPr sz="20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73484063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213B30A9-2D28-638D-31DF-29BAB79F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0E29CAF-DDCC-E287-BA12-76D4DCE0B787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13036AF-A77C-E9F6-1A6A-A6E91FDDA59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B191864-152C-B27A-D9D5-BB3ABEB780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167"/>
          <a:stretch>
            <a:fillRect/>
          </a:stretch>
        </p:blipFill>
        <p:spPr>
          <a:xfrm>
            <a:off x="4558555" y="1799365"/>
            <a:ext cx="5679031" cy="565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7896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36</Words>
  <Application>Microsoft Office PowerPoint</Application>
  <PresentationFormat>Custom</PresentationFormat>
  <Paragraphs>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Darker Grotesque</vt:lpstr>
      <vt:lpstr>Darker Grotesque Light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3</cp:revision>
  <dcterms:modified xsi:type="dcterms:W3CDTF">2026-04-20T07:56:25Z</dcterms:modified>
</cp:coreProperties>
</file>