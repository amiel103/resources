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3" r:id="rId1"/>
  </p:sldMasterIdLst>
  <p:notesMasterIdLst>
    <p:notesMasterId r:id="rId11"/>
  </p:notesMasterIdLst>
  <p:sldIdLst>
    <p:sldId id="256" r:id="rId2"/>
    <p:sldId id="284" r:id="rId3"/>
    <p:sldId id="259" r:id="rId4"/>
    <p:sldId id="285" r:id="rId5"/>
    <p:sldId id="286" r:id="rId6"/>
    <p:sldId id="287" r:id="rId7"/>
    <p:sldId id="288" r:id="rId8"/>
    <p:sldId id="275" r:id="rId9"/>
    <p:sldId id="271" r:id="rId10"/>
  </p:sldIdLst>
  <p:sldSz cx="18288000" cy="10287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78" autoAdjust="0"/>
    <p:restoredTop sz="94660"/>
  </p:normalViewPr>
  <p:slideViewPr>
    <p:cSldViewPr snapToGrid="0">
      <p:cViewPr varScale="1">
        <p:scale>
          <a:sx n="71" d="100"/>
          <a:sy n="71" d="100"/>
        </p:scale>
        <p:origin x="70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>
          <a:extLst>
            <a:ext uri="{FF2B5EF4-FFF2-40B4-BE49-F238E27FC236}">
              <a16:creationId xmlns:a16="http://schemas.microsoft.com/office/drawing/2014/main" id="{BC971ACD-0217-9F0F-FBDC-88E59D8A2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:notes">
            <a:extLst>
              <a:ext uri="{FF2B5EF4-FFF2-40B4-BE49-F238E27FC236}">
                <a16:creationId xmlns:a16="http://schemas.microsoft.com/office/drawing/2014/main" id="{067A9E9E-852A-48F7-5028-33188F3053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1:notes">
            <a:extLst>
              <a:ext uri="{FF2B5EF4-FFF2-40B4-BE49-F238E27FC236}">
                <a16:creationId xmlns:a16="http://schemas.microsoft.com/office/drawing/2014/main" id="{6ED40645-ECDA-CED8-F68E-DBDEABDF90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93158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AA932C34-3ADB-289F-4FB2-1E85B44EDE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DA37C29D-1B3A-8F69-C4A7-1671B590C0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5BDD7BAD-D800-8E90-FD8A-AC4C60F3700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13650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4417972-B93C-6973-CF25-1D12CF2C10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46E671F6-1686-A8E9-D159-47DD9C6768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38B4DE7C-966A-20B8-B0FC-F4CE77086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209217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B233B774-77B9-1BCC-4D6F-FF86603CC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E5775C07-4C43-BCDB-AE90-2149B2E881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057CB991-4A33-CC30-93A7-0D538B2D76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3506166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ABAF71EA-885C-08F9-E8FD-6C608E5C9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52AED33D-3365-39CF-0E0C-BC5C92CD75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88BD506A-BFD6-E417-BE5D-C70449774C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33622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>
          <a:extLst>
            <a:ext uri="{FF2B5EF4-FFF2-40B4-BE49-F238E27FC236}">
              <a16:creationId xmlns:a16="http://schemas.microsoft.com/office/drawing/2014/main" id="{0D021441-3680-CDE4-ADD0-BB39186E7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>
            <a:extLst>
              <a:ext uri="{FF2B5EF4-FFF2-40B4-BE49-F238E27FC236}">
                <a16:creationId xmlns:a16="http://schemas.microsoft.com/office/drawing/2014/main" id="{AA1F5A32-5966-D706-5F14-FAD34D781F8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4:notes">
            <a:extLst>
              <a:ext uri="{FF2B5EF4-FFF2-40B4-BE49-F238E27FC236}">
                <a16:creationId xmlns:a16="http://schemas.microsoft.com/office/drawing/2014/main" id="{32F64BB2-EB8F-3387-798B-E30C4D72E3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12128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" type="obj">
  <p:cSld name="OBJECT">
    <p:bg>
      <p:bgPr>
        <a:solidFill>
          <a:srgbClr val="C2F970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815350" y="6970050"/>
            <a:ext cx="15471000" cy="181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4344F"/>
              </a:buClr>
              <a:buSzPts val="14400"/>
              <a:buNone/>
              <a:defRPr>
                <a:solidFill>
                  <a:srgbClr val="44344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23" name="Google Shape;23;p4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44344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4" name="Google Shape;24;p4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44344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allery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>
            <a:spLocks noGrp="1"/>
          </p:cNvSpPr>
          <p:nvPr>
            <p:ph type="pic" idx="2"/>
          </p:nvPr>
        </p:nvSpPr>
        <p:spPr>
          <a:xfrm>
            <a:off x="1512800" y="3065925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" name="Google Shape;27;p5"/>
          <p:cNvSpPr>
            <a:spLocks noGrp="1"/>
          </p:cNvSpPr>
          <p:nvPr>
            <p:ph type="pic" idx="3"/>
          </p:nvPr>
        </p:nvSpPr>
        <p:spPr>
          <a:xfrm>
            <a:off x="5602888" y="3076200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" name="Google Shape;28;p5"/>
          <p:cNvSpPr>
            <a:spLocks noGrp="1"/>
          </p:cNvSpPr>
          <p:nvPr>
            <p:ph type="pic" idx="4"/>
          </p:nvPr>
        </p:nvSpPr>
        <p:spPr>
          <a:xfrm>
            <a:off x="9717500" y="3071063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" name="Google Shape;29;p5"/>
          <p:cNvSpPr>
            <a:spLocks noGrp="1"/>
          </p:cNvSpPr>
          <p:nvPr>
            <p:ph type="pic" idx="5"/>
          </p:nvPr>
        </p:nvSpPr>
        <p:spPr>
          <a:xfrm>
            <a:off x="13807588" y="3081338"/>
            <a:ext cx="3735000" cy="55959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0" name="Google Shape;30;p5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" name="Google Shape;31;p5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" type="twoObj">
  <p:cSld name="TWO_OBJECT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>
            <a:spLocks noGrp="1"/>
          </p:cNvSpPr>
          <p:nvPr>
            <p:ph type="pic" idx="2"/>
          </p:nvPr>
        </p:nvSpPr>
        <p:spPr>
          <a:xfrm>
            <a:off x="1756050" y="1082375"/>
            <a:ext cx="6483000" cy="50172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6"/>
          <p:cNvSpPr>
            <a:spLocks noGrp="1"/>
          </p:cNvSpPr>
          <p:nvPr>
            <p:ph type="pic" idx="3"/>
          </p:nvPr>
        </p:nvSpPr>
        <p:spPr>
          <a:xfrm>
            <a:off x="1756050" y="629787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6"/>
          <p:cNvSpPr>
            <a:spLocks noGrp="1"/>
          </p:cNvSpPr>
          <p:nvPr>
            <p:ph type="pic" idx="4"/>
          </p:nvPr>
        </p:nvSpPr>
        <p:spPr>
          <a:xfrm>
            <a:off x="5138888" y="6288525"/>
            <a:ext cx="3077700" cy="2554500"/>
          </a:xfrm>
          <a:prstGeom prst="rect">
            <a:avLst/>
          </a:prstGeom>
          <a:noFill/>
          <a:ln w="1905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sp>
      <p:cxnSp>
        <p:nvCxnSpPr>
          <p:cNvPr id="36" name="Google Shape;36;p6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" name="Google Shape;37;p6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C2F970"/>
              </a:buClr>
              <a:buSzPts val="14400"/>
              <a:buFont typeface="Darker Grotesque"/>
              <a:buNone/>
              <a:defRPr sz="14400" i="0" u="none" strike="noStrike" cap="none">
                <a:solidFill>
                  <a:srgbClr val="C2F970"/>
                </a:solidFill>
                <a:latin typeface="Darker Grotesque"/>
                <a:ea typeface="Darker Grotesque"/>
                <a:cs typeface="Darker Grotesque"/>
                <a:sym typeface="Darker Grotesq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Darker Grotesque Light"/>
              <a:buChar char="•"/>
              <a:defRPr sz="32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Light"/>
              <a:buChar char="–"/>
              <a:defRPr sz="28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Darker Grotesque Light"/>
              <a:buChar char="•"/>
              <a:defRPr sz="24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–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»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Darker Grotesque Light"/>
              <a:buChar char="•"/>
              <a:defRPr sz="2000" i="0" u="none" strike="noStrike" cap="none">
                <a:solidFill>
                  <a:schemeClr val="lt1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gi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/>
        </p:nvSpPr>
        <p:spPr>
          <a:xfrm>
            <a:off x="1802795" y="2856357"/>
            <a:ext cx="15475556" cy="35455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400" b="0" i="0" u="none" strike="noStrike" cap="none" dirty="0">
                <a:solidFill>
                  <a:srgbClr val="C2F970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Deploy Apps on Render</a:t>
            </a:r>
            <a:endParaRPr dirty="0"/>
          </a:p>
        </p:txBody>
      </p:sp>
      <p:cxnSp>
        <p:nvCxnSpPr>
          <p:cNvPr id="44" name="Google Shape;44;p7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7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41">
          <a:extLst>
            <a:ext uri="{FF2B5EF4-FFF2-40B4-BE49-F238E27FC236}">
              <a16:creationId xmlns:a16="http://schemas.microsoft.com/office/drawing/2014/main" id="{398B5876-8EC7-A184-F7E6-3B3DB4476B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" name="Google Shape;44;p7">
            <a:extLst>
              <a:ext uri="{FF2B5EF4-FFF2-40B4-BE49-F238E27FC236}">
                <a16:creationId xmlns:a16="http://schemas.microsoft.com/office/drawing/2014/main" id="{AC9E3C63-0FF2-E51C-22D4-08511EDBDE70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5" name="Google Shape;45;p7">
            <a:extLst>
              <a:ext uri="{FF2B5EF4-FFF2-40B4-BE49-F238E27FC236}">
                <a16:creationId xmlns:a16="http://schemas.microsoft.com/office/drawing/2014/main" id="{F5A5D8DE-704B-2914-75C5-0754E35E17A9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32" name="Picture 8" descr="Render Secures $80M Series C Funding to Bring The Next Billion Applications  Online">
            <a:extLst>
              <a:ext uri="{FF2B5EF4-FFF2-40B4-BE49-F238E27FC236}">
                <a16:creationId xmlns:a16="http://schemas.microsoft.com/office/drawing/2014/main" id="{004D82C7-0D0C-11C6-7593-37EE1ECAE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0785" y="915311"/>
            <a:ext cx="7199758" cy="3599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02;p11">
            <a:extLst>
              <a:ext uri="{FF2B5EF4-FFF2-40B4-BE49-F238E27FC236}">
                <a16:creationId xmlns:a16="http://schemas.microsoft.com/office/drawing/2014/main" id="{857EF9EF-AC1D-E13B-9A28-2F011DE6C477}"/>
              </a:ext>
            </a:extLst>
          </p:cNvPr>
          <p:cNvSpPr txBox="1"/>
          <p:nvPr/>
        </p:nvSpPr>
        <p:spPr>
          <a:xfrm>
            <a:off x="2690785" y="4801511"/>
            <a:ext cx="12664382" cy="3077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i="0" u="none" strike="noStrike" cap="none" dirty="0">
                <a:solidFill>
                  <a:srgbClr val="FFFFFF"/>
                </a:solidFill>
                <a:latin typeface="Darker Grotesque Light"/>
                <a:ea typeface="Darker Grotesque Light"/>
                <a:cs typeface="Darker Grotesque Light"/>
                <a:sym typeface="Darker Grotesque Light"/>
              </a:rPr>
              <a:t>Render is a cloud platform that simplifies the deployment of web applications, APIs, static websites, and background jobs. It provides a streamlined experience for developers to host their applications without needing to manage complex infrastructure.</a:t>
            </a:r>
            <a:endParaRPr lang="en-US" sz="2400" dirty="0">
              <a:latin typeface="Darker Grotesque Light"/>
              <a:ea typeface="Darker Grotesque Light"/>
              <a:cs typeface="Darker Grotesque Light"/>
              <a:sym typeface="Darker Grotesq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219448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146D9956-8759-57C6-F477-E3C9341B4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312" y="1028699"/>
            <a:ext cx="5712757" cy="7420374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C676ABA9-D77E-0E09-3AD6-9AC1EAFE9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DA842880-EBE7-07E9-AAEB-7FB4AFB35FDF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B536E33E-54F3-027B-2B79-A295A6A47726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853A125-EB70-B44D-A5C8-A6B5CAF51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064" y="2057401"/>
            <a:ext cx="15922287" cy="5688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166216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8E59D9EE-601B-4E49-07EA-7A2D87E58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69620945-F4EF-D8B6-9CDD-8169C1E24B14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9B0EDD8A-2A30-FC63-524E-F516E006B040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186D265A-C16A-25B9-659C-1DA1AB77A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553" y="516617"/>
            <a:ext cx="15026894" cy="863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6085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7C42D692-C65C-5575-EF63-314DA1157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5CD8968C-CCE1-70B2-01CF-73DE1891498D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8B3B333C-7C4E-AD46-16DD-21D75E50869A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44365092-2F8A-C9D1-8F5B-CFEC178D5B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578227"/>
            <a:ext cx="14333808" cy="82256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157259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4418EB50-86CD-2BA3-4EC1-0CAA2B358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BF6709C8-6311-DF12-0BE7-47BBA06CE241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A61D932B-CFBB-E76D-1288-ED6614FB6733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234E7A4-3202-D23A-F90A-29AAF9B03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175" y="11084"/>
            <a:ext cx="15497516" cy="9162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120452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74">
          <a:extLst>
            <a:ext uri="{FF2B5EF4-FFF2-40B4-BE49-F238E27FC236}">
              <a16:creationId xmlns:a16="http://schemas.microsoft.com/office/drawing/2014/main" id="{B2D6CC0D-3BBC-5975-11CB-FF3523F97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5" name="Google Shape;75;p10">
            <a:extLst>
              <a:ext uri="{FF2B5EF4-FFF2-40B4-BE49-F238E27FC236}">
                <a16:creationId xmlns:a16="http://schemas.microsoft.com/office/drawing/2014/main" id="{DCAE7BFC-72A7-0019-32F8-9F6E9593ED98}"/>
              </a:ext>
            </a:extLst>
          </p:cNvPr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p10">
            <a:extLst>
              <a:ext uri="{FF2B5EF4-FFF2-40B4-BE49-F238E27FC236}">
                <a16:creationId xmlns:a16="http://schemas.microsoft.com/office/drawing/2014/main" id="{564DC7E9-D1E9-39FB-81F1-B32E63BD1E11}"/>
              </a:ext>
            </a:extLst>
          </p:cNvPr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BD2ACBFE-30EF-5B9A-D624-AD6D0FFDF4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940" y="1304367"/>
            <a:ext cx="10234507" cy="2823875"/>
          </a:xfrm>
          <a:prstGeom prst="rect">
            <a:avLst/>
          </a:prstGeom>
        </p:spPr>
      </p:pic>
      <p:pic>
        <p:nvPicPr>
          <p:cNvPr id="2050" name="Picture 2" descr="Steam Community :: :: Yo mr. White, yeah science, bitch!">
            <a:extLst>
              <a:ext uri="{FF2B5EF4-FFF2-40B4-BE49-F238E27FC236}">
                <a16:creationId xmlns:a16="http://schemas.microsoft.com/office/drawing/2014/main" id="{82CDB7CB-0B96-03CD-6B5A-45956ADAE7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7241" y="6442978"/>
            <a:ext cx="6790759" cy="3704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5E5ADF-C935-0FBC-82EB-7F4B804353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363" y="4577582"/>
            <a:ext cx="10228084" cy="4053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92971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4344F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2"/>
          <p:cNvSpPr txBox="1"/>
          <p:nvPr/>
        </p:nvSpPr>
        <p:spPr>
          <a:xfrm>
            <a:off x="2521274" y="3743658"/>
            <a:ext cx="14274300" cy="861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i="0" u="none" strike="noStrike" cap="none" dirty="0">
                <a:solidFill>
                  <a:srgbClr val="C2F970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Go </a:t>
            </a:r>
            <a:r>
              <a:rPr lang="en-US" sz="8000" i="0" u="none" strike="noStrike" cap="none" dirty="0" err="1">
                <a:solidFill>
                  <a:srgbClr val="C2F970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Go</a:t>
            </a:r>
            <a:r>
              <a:rPr lang="en-US" sz="8000" i="0" u="none" strike="noStrike" cap="none" dirty="0">
                <a:solidFill>
                  <a:srgbClr val="C2F970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 </a:t>
            </a:r>
            <a:r>
              <a:rPr lang="en-US" sz="8000" i="0" u="none" strike="noStrike" cap="none" dirty="0" err="1">
                <a:solidFill>
                  <a:srgbClr val="C2F970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Go</a:t>
            </a:r>
            <a:endParaRPr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1028700" y="5880180"/>
            <a:ext cx="172593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FFFFFF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— Rufa Mae Quinto</a:t>
            </a:r>
            <a:endParaRPr dirty="0"/>
          </a:p>
        </p:txBody>
      </p:sp>
      <p:sp>
        <p:nvSpPr>
          <p:cNvPr id="265" name="Google Shape;265;p22"/>
          <p:cNvSpPr txBox="1"/>
          <p:nvPr/>
        </p:nvSpPr>
        <p:spPr>
          <a:xfrm>
            <a:off x="8246756" y="2381637"/>
            <a:ext cx="2823300" cy="231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486" i="0" u="none" strike="noStrike" cap="none" dirty="0">
                <a:solidFill>
                  <a:srgbClr val="C2F970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“</a:t>
            </a:r>
            <a:endParaRPr dirty="0"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cxnSp>
        <p:nvCxnSpPr>
          <p:cNvPr id="266" name="Google Shape;266;p22"/>
          <p:cNvCxnSpPr/>
          <p:nvPr/>
        </p:nvCxnSpPr>
        <p:spPr>
          <a:xfrm rot="10800000">
            <a:off x="1009650" y="0"/>
            <a:ext cx="0" cy="1028700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67" name="Google Shape;267;p22"/>
          <p:cNvCxnSpPr/>
          <p:nvPr/>
        </p:nvCxnSpPr>
        <p:spPr>
          <a:xfrm rot="10800000">
            <a:off x="0" y="9258300"/>
            <a:ext cx="18288000" cy="0"/>
          </a:xfrm>
          <a:prstGeom prst="straightConnector1">
            <a:avLst/>
          </a:prstGeom>
          <a:noFill/>
          <a:ln w="38100" cap="flat" cmpd="sng">
            <a:solidFill>
              <a:srgbClr val="C2F9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Bold Minimal E-Commer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52</Words>
  <Application>Microsoft Office PowerPoint</Application>
  <PresentationFormat>Custom</PresentationFormat>
  <Paragraphs>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Darker Grotesque</vt:lpstr>
      <vt:lpstr>Darker Grotesque Light</vt:lpstr>
      <vt:lpstr>Darker Grotesque Medium</vt:lpstr>
      <vt:lpstr>Bold Minimal E-Commerce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Administrator</dc:creator>
  <cp:lastModifiedBy>Administrator</cp:lastModifiedBy>
  <cp:revision>2</cp:revision>
  <dcterms:modified xsi:type="dcterms:W3CDTF">2025-02-18T17:42:55Z</dcterms:modified>
</cp:coreProperties>
</file>